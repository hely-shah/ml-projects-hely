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38CEF-D557-4D2E-95BB-EBAF88343BE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A5FE5F-55CF-4D90-8AD0-BC66260402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datasets: Email (binary) and Student (multiclass)</a:t>
          </a:r>
        </a:p>
      </dgm:t>
    </dgm:pt>
    <dgm:pt modelId="{C988B4D2-CBEE-4B6E-A849-9A4C2B944E85}" type="parTrans" cxnId="{EE50D3EE-C686-452A-B81A-7FE4AFFDD8ED}">
      <dgm:prSet/>
      <dgm:spPr/>
      <dgm:t>
        <a:bodyPr/>
        <a:lstStyle/>
        <a:p>
          <a:endParaRPr lang="en-US"/>
        </a:p>
      </dgm:t>
    </dgm:pt>
    <dgm:pt modelId="{FBC97418-5138-49AF-A512-51D223FC85D2}" type="sibTrans" cxnId="{EE50D3EE-C686-452A-B81A-7FE4AFFDD8ED}">
      <dgm:prSet/>
      <dgm:spPr/>
      <dgm:t>
        <a:bodyPr/>
        <a:lstStyle/>
        <a:p>
          <a:endParaRPr lang="en-US"/>
        </a:p>
      </dgm:t>
    </dgm:pt>
    <dgm:pt modelId="{0E5DD1F7-008A-413A-89C1-077BC7D317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Compare model effectiveness across different data types</a:t>
          </a:r>
        </a:p>
      </dgm:t>
    </dgm:pt>
    <dgm:pt modelId="{03CC4E9E-58AE-454B-ADAF-BE2478FC24F7}" type="parTrans" cxnId="{F619928C-8AF5-4EA5-9993-F91E7E3AFB62}">
      <dgm:prSet/>
      <dgm:spPr/>
      <dgm:t>
        <a:bodyPr/>
        <a:lstStyle/>
        <a:p>
          <a:endParaRPr lang="en-US"/>
        </a:p>
      </dgm:t>
    </dgm:pt>
    <dgm:pt modelId="{63E59D7C-12DD-408F-8A93-66916BDED37A}" type="sibTrans" cxnId="{F619928C-8AF5-4EA5-9993-F91E7E3AFB62}">
      <dgm:prSet/>
      <dgm:spPr/>
      <dgm:t>
        <a:bodyPr/>
        <a:lstStyle/>
        <a:p>
          <a:endParaRPr lang="en-US"/>
        </a:p>
      </dgm:t>
    </dgm:pt>
    <dgm:pt modelId="{BDE39B49-6551-4678-B053-AF6A3941C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Emphasis on preprocessing, tuning, and evaluation</a:t>
          </a:r>
        </a:p>
      </dgm:t>
    </dgm:pt>
    <dgm:pt modelId="{B6BA9A9D-2BAC-46AA-92F3-75766FB3BD39}" type="parTrans" cxnId="{93BBF5EE-5369-425C-A27E-D1C5B9EA0B77}">
      <dgm:prSet/>
      <dgm:spPr/>
      <dgm:t>
        <a:bodyPr/>
        <a:lstStyle/>
        <a:p>
          <a:endParaRPr lang="en-US"/>
        </a:p>
      </dgm:t>
    </dgm:pt>
    <dgm:pt modelId="{941DD036-0408-41E6-821E-4723E4449F96}" type="sibTrans" cxnId="{93BBF5EE-5369-425C-A27E-D1C5B9EA0B77}">
      <dgm:prSet/>
      <dgm:spPr/>
      <dgm:t>
        <a:bodyPr/>
        <a:lstStyle/>
        <a:p>
          <a:endParaRPr lang="en-US"/>
        </a:p>
      </dgm:t>
    </dgm:pt>
    <dgm:pt modelId="{EBA793C0-A79B-4977-841F-C0B6B7AA8B9B}" type="pres">
      <dgm:prSet presAssocID="{85F38CEF-D557-4D2E-95BB-EBAF88343BE8}" presName="root" presStyleCnt="0">
        <dgm:presLayoutVars>
          <dgm:dir/>
          <dgm:resizeHandles val="exact"/>
        </dgm:presLayoutVars>
      </dgm:prSet>
      <dgm:spPr/>
    </dgm:pt>
    <dgm:pt modelId="{CBF204E1-2CC8-4E00-BCB5-49E1FCF2249D}" type="pres">
      <dgm:prSet presAssocID="{AAA5FE5F-55CF-4D90-8AD0-BC6626040262}" presName="compNode" presStyleCnt="0"/>
      <dgm:spPr/>
    </dgm:pt>
    <dgm:pt modelId="{04FDD318-9355-40EE-BE2E-E02AE60DEADE}" type="pres">
      <dgm:prSet presAssocID="{AAA5FE5F-55CF-4D90-8AD0-BC6626040262}" presName="bgRect" presStyleLbl="bgShp" presStyleIdx="0" presStyleCnt="3"/>
      <dgm:spPr/>
    </dgm:pt>
    <dgm:pt modelId="{F0C1B910-73B1-45A3-B68B-C7200CB54B42}" type="pres">
      <dgm:prSet presAssocID="{AAA5FE5F-55CF-4D90-8AD0-BC66260402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883069F-2C73-4132-B540-682D3A2E2FF3}" type="pres">
      <dgm:prSet presAssocID="{AAA5FE5F-55CF-4D90-8AD0-BC6626040262}" presName="spaceRect" presStyleCnt="0"/>
      <dgm:spPr/>
    </dgm:pt>
    <dgm:pt modelId="{BF630D58-4154-49AE-9F26-AF554240EE19}" type="pres">
      <dgm:prSet presAssocID="{AAA5FE5F-55CF-4D90-8AD0-BC6626040262}" presName="parTx" presStyleLbl="revTx" presStyleIdx="0" presStyleCnt="3">
        <dgm:presLayoutVars>
          <dgm:chMax val="0"/>
          <dgm:chPref val="0"/>
        </dgm:presLayoutVars>
      </dgm:prSet>
      <dgm:spPr/>
    </dgm:pt>
    <dgm:pt modelId="{11E2842A-84C7-4EE3-997A-6D897D3E02AB}" type="pres">
      <dgm:prSet presAssocID="{FBC97418-5138-49AF-A512-51D223FC85D2}" presName="sibTrans" presStyleCnt="0"/>
      <dgm:spPr/>
    </dgm:pt>
    <dgm:pt modelId="{8130456A-73AB-43D8-A05A-07DF34A3DEAF}" type="pres">
      <dgm:prSet presAssocID="{0E5DD1F7-008A-413A-89C1-077BC7D3170B}" presName="compNode" presStyleCnt="0"/>
      <dgm:spPr/>
    </dgm:pt>
    <dgm:pt modelId="{C9A88C51-0411-4361-AD29-BA056AB9B6C4}" type="pres">
      <dgm:prSet presAssocID="{0E5DD1F7-008A-413A-89C1-077BC7D3170B}" presName="bgRect" presStyleLbl="bgShp" presStyleIdx="1" presStyleCnt="3"/>
      <dgm:spPr/>
    </dgm:pt>
    <dgm:pt modelId="{B5892FCC-F288-4003-8EBA-DC779059FFB7}" type="pres">
      <dgm:prSet presAssocID="{0E5DD1F7-008A-413A-89C1-077BC7D317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AB7877F-D449-4481-BAA8-17D35116A04A}" type="pres">
      <dgm:prSet presAssocID="{0E5DD1F7-008A-413A-89C1-077BC7D3170B}" presName="spaceRect" presStyleCnt="0"/>
      <dgm:spPr/>
    </dgm:pt>
    <dgm:pt modelId="{615D3D26-F49A-4FE9-8CB5-425D548F606C}" type="pres">
      <dgm:prSet presAssocID="{0E5DD1F7-008A-413A-89C1-077BC7D3170B}" presName="parTx" presStyleLbl="revTx" presStyleIdx="1" presStyleCnt="3">
        <dgm:presLayoutVars>
          <dgm:chMax val="0"/>
          <dgm:chPref val="0"/>
        </dgm:presLayoutVars>
      </dgm:prSet>
      <dgm:spPr/>
    </dgm:pt>
    <dgm:pt modelId="{9D5DD8BF-BA47-4CBB-881E-01F3EBF7B5D2}" type="pres">
      <dgm:prSet presAssocID="{63E59D7C-12DD-408F-8A93-66916BDED37A}" presName="sibTrans" presStyleCnt="0"/>
      <dgm:spPr/>
    </dgm:pt>
    <dgm:pt modelId="{319EF4F3-C2CD-4380-970C-9B5E0FB6AFA3}" type="pres">
      <dgm:prSet presAssocID="{BDE39B49-6551-4678-B053-AF6A3941CF57}" presName="compNode" presStyleCnt="0"/>
      <dgm:spPr/>
    </dgm:pt>
    <dgm:pt modelId="{5784273A-1235-4483-B5C7-DC4798A90D55}" type="pres">
      <dgm:prSet presAssocID="{BDE39B49-6551-4678-B053-AF6A3941CF57}" presName="bgRect" presStyleLbl="bgShp" presStyleIdx="2" presStyleCnt="3"/>
      <dgm:spPr/>
    </dgm:pt>
    <dgm:pt modelId="{E30C1F0C-EA83-41F6-87E3-C0A8DE5E4718}" type="pres">
      <dgm:prSet presAssocID="{BDE39B49-6551-4678-B053-AF6A3941CF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4572191E-9046-4A31-943B-C1001C3CFE8C}" type="pres">
      <dgm:prSet presAssocID="{BDE39B49-6551-4678-B053-AF6A3941CF57}" presName="spaceRect" presStyleCnt="0"/>
      <dgm:spPr/>
    </dgm:pt>
    <dgm:pt modelId="{6B1D0832-FCBC-4AB6-9342-C15BBDFC35D2}" type="pres">
      <dgm:prSet presAssocID="{BDE39B49-6551-4678-B053-AF6A3941CF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230802A-F85E-44E5-8ED7-D49736FF55EB}" type="presOf" srcId="{AAA5FE5F-55CF-4D90-8AD0-BC6626040262}" destId="{BF630D58-4154-49AE-9F26-AF554240EE19}" srcOrd="0" destOrd="0" presId="urn:microsoft.com/office/officeart/2018/2/layout/IconVerticalSolidList"/>
    <dgm:cxn modelId="{CFB7292F-ABA0-431D-B715-385F3F2471D7}" type="presOf" srcId="{0E5DD1F7-008A-413A-89C1-077BC7D3170B}" destId="{615D3D26-F49A-4FE9-8CB5-425D548F606C}" srcOrd="0" destOrd="0" presId="urn:microsoft.com/office/officeart/2018/2/layout/IconVerticalSolidList"/>
    <dgm:cxn modelId="{47D4CD48-5101-4BC0-B33A-EE55DC3504A4}" type="presOf" srcId="{BDE39B49-6551-4678-B053-AF6A3941CF57}" destId="{6B1D0832-FCBC-4AB6-9342-C15BBDFC35D2}" srcOrd="0" destOrd="0" presId="urn:microsoft.com/office/officeart/2018/2/layout/IconVerticalSolidList"/>
    <dgm:cxn modelId="{F619928C-8AF5-4EA5-9993-F91E7E3AFB62}" srcId="{85F38CEF-D557-4D2E-95BB-EBAF88343BE8}" destId="{0E5DD1F7-008A-413A-89C1-077BC7D3170B}" srcOrd="1" destOrd="0" parTransId="{03CC4E9E-58AE-454B-ADAF-BE2478FC24F7}" sibTransId="{63E59D7C-12DD-408F-8A93-66916BDED37A}"/>
    <dgm:cxn modelId="{79824C96-B3C6-4A7C-86EE-E82B86E14032}" type="presOf" srcId="{85F38CEF-D557-4D2E-95BB-EBAF88343BE8}" destId="{EBA793C0-A79B-4977-841F-C0B6B7AA8B9B}" srcOrd="0" destOrd="0" presId="urn:microsoft.com/office/officeart/2018/2/layout/IconVerticalSolidList"/>
    <dgm:cxn modelId="{EE50D3EE-C686-452A-B81A-7FE4AFFDD8ED}" srcId="{85F38CEF-D557-4D2E-95BB-EBAF88343BE8}" destId="{AAA5FE5F-55CF-4D90-8AD0-BC6626040262}" srcOrd="0" destOrd="0" parTransId="{C988B4D2-CBEE-4B6E-A849-9A4C2B944E85}" sibTransId="{FBC97418-5138-49AF-A512-51D223FC85D2}"/>
    <dgm:cxn modelId="{93BBF5EE-5369-425C-A27E-D1C5B9EA0B77}" srcId="{85F38CEF-D557-4D2E-95BB-EBAF88343BE8}" destId="{BDE39B49-6551-4678-B053-AF6A3941CF57}" srcOrd="2" destOrd="0" parTransId="{B6BA9A9D-2BAC-46AA-92F3-75766FB3BD39}" sibTransId="{941DD036-0408-41E6-821E-4723E4449F96}"/>
    <dgm:cxn modelId="{ADB816EF-6A14-4EFE-8E0F-641A8FFA9A3A}" type="presParOf" srcId="{EBA793C0-A79B-4977-841F-C0B6B7AA8B9B}" destId="{CBF204E1-2CC8-4E00-BCB5-49E1FCF2249D}" srcOrd="0" destOrd="0" presId="urn:microsoft.com/office/officeart/2018/2/layout/IconVerticalSolidList"/>
    <dgm:cxn modelId="{E306B033-E550-40CF-94BF-A3E888EA74CB}" type="presParOf" srcId="{CBF204E1-2CC8-4E00-BCB5-49E1FCF2249D}" destId="{04FDD318-9355-40EE-BE2E-E02AE60DEADE}" srcOrd="0" destOrd="0" presId="urn:microsoft.com/office/officeart/2018/2/layout/IconVerticalSolidList"/>
    <dgm:cxn modelId="{ED1161DC-B143-465B-A5B3-ACD956D599F3}" type="presParOf" srcId="{CBF204E1-2CC8-4E00-BCB5-49E1FCF2249D}" destId="{F0C1B910-73B1-45A3-B68B-C7200CB54B42}" srcOrd="1" destOrd="0" presId="urn:microsoft.com/office/officeart/2018/2/layout/IconVerticalSolidList"/>
    <dgm:cxn modelId="{21C2AC85-D2AA-4A32-9B16-7A2FCBA2C745}" type="presParOf" srcId="{CBF204E1-2CC8-4E00-BCB5-49E1FCF2249D}" destId="{D883069F-2C73-4132-B540-682D3A2E2FF3}" srcOrd="2" destOrd="0" presId="urn:microsoft.com/office/officeart/2018/2/layout/IconVerticalSolidList"/>
    <dgm:cxn modelId="{62B48BD6-E6A3-4B59-A9B2-3EC287D51690}" type="presParOf" srcId="{CBF204E1-2CC8-4E00-BCB5-49E1FCF2249D}" destId="{BF630D58-4154-49AE-9F26-AF554240EE19}" srcOrd="3" destOrd="0" presId="urn:microsoft.com/office/officeart/2018/2/layout/IconVerticalSolidList"/>
    <dgm:cxn modelId="{ECC6BA50-7281-4CEA-AF0D-95CE3D317B6C}" type="presParOf" srcId="{EBA793C0-A79B-4977-841F-C0B6B7AA8B9B}" destId="{11E2842A-84C7-4EE3-997A-6D897D3E02AB}" srcOrd="1" destOrd="0" presId="urn:microsoft.com/office/officeart/2018/2/layout/IconVerticalSolidList"/>
    <dgm:cxn modelId="{DB77B64F-ED68-4B74-B631-2E9FFCB4AFEF}" type="presParOf" srcId="{EBA793C0-A79B-4977-841F-C0B6B7AA8B9B}" destId="{8130456A-73AB-43D8-A05A-07DF34A3DEAF}" srcOrd="2" destOrd="0" presId="urn:microsoft.com/office/officeart/2018/2/layout/IconVerticalSolidList"/>
    <dgm:cxn modelId="{0E461AFC-D933-4614-84EE-5ACC1D5FE0D5}" type="presParOf" srcId="{8130456A-73AB-43D8-A05A-07DF34A3DEAF}" destId="{C9A88C51-0411-4361-AD29-BA056AB9B6C4}" srcOrd="0" destOrd="0" presId="urn:microsoft.com/office/officeart/2018/2/layout/IconVerticalSolidList"/>
    <dgm:cxn modelId="{49EB9BEF-3429-4854-ACFC-0508BA0AE740}" type="presParOf" srcId="{8130456A-73AB-43D8-A05A-07DF34A3DEAF}" destId="{B5892FCC-F288-4003-8EBA-DC779059FFB7}" srcOrd="1" destOrd="0" presId="urn:microsoft.com/office/officeart/2018/2/layout/IconVerticalSolidList"/>
    <dgm:cxn modelId="{D86D35D6-6BE1-418F-B302-519C5BD43BA7}" type="presParOf" srcId="{8130456A-73AB-43D8-A05A-07DF34A3DEAF}" destId="{0AB7877F-D449-4481-BAA8-17D35116A04A}" srcOrd="2" destOrd="0" presId="urn:microsoft.com/office/officeart/2018/2/layout/IconVerticalSolidList"/>
    <dgm:cxn modelId="{AF09781D-5B7D-4CF7-B515-8249E8BA13B8}" type="presParOf" srcId="{8130456A-73AB-43D8-A05A-07DF34A3DEAF}" destId="{615D3D26-F49A-4FE9-8CB5-425D548F606C}" srcOrd="3" destOrd="0" presId="urn:microsoft.com/office/officeart/2018/2/layout/IconVerticalSolidList"/>
    <dgm:cxn modelId="{069B4ED2-DC79-42B4-90CA-35F96F850AB7}" type="presParOf" srcId="{EBA793C0-A79B-4977-841F-C0B6B7AA8B9B}" destId="{9D5DD8BF-BA47-4CBB-881E-01F3EBF7B5D2}" srcOrd="3" destOrd="0" presId="urn:microsoft.com/office/officeart/2018/2/layout/IconVerticalSolidList"/>
    <dgm:cxn modelId="{9A1F9D63-C840-4F01-8F0F-19EAA59BAC07}" type="presParOf" srcId="{EBA793C0-A79B-4977-841F-C0B6B7AA8B9B}" destId="{319EF4F3-C2CD-4380-970C-9B5E0FB6AFA3}" srcOrd="4" destOrd="0" presId="urn:microsoft.com/office/officeart/2018/2/layout/IconVerticalSolidList"/>
    <dgm:cxn modelId="{D22F00D3-1CB8-4C97-9344-B6649F933908}" type="presParOf" srcId="{319EF4F3-C2CD-4380-970C-9B5E0FB6AFA3}" destId="{5784273A-1235-4483-B5C7-DC4798A90D55}" srcOrd="0" destOrd="0" presId="urn:microsoft.com/office/officeart/2018/2/layout/IconVerticalSolidList"/>
    <dgm:cxn modelId="{0A40103B-6249-41FB-B91C-9E3C49643A91}" type="presParOf" srcId="{319EF4F3-C2CD-4380-970C-9B5E0FB6AFA3}" destId="{E30C1F0C-EA83-41F6-87E3-C0A8DE5E4718}" srcOrd="1" destOrd="0" presId="urn:microsoft.com/office/officeart/2018/2/layout/IconVerticalSolidList"/>
    <dgm:cxn modelId="{5CF6F9F1-749E-4A9D-BA9F-E171856B9ACD}" type="presParOf" srcId="{319EF4F3-C2CD-4380-970C-9B5E0FB6AFA3}" destId="{4572191E-9046-4A31-943B-C1001C3CFE8C}" srcOrd="2" destOrd="0" presId="urn:microsoft.com/office/officeart/2018/2/layout/IconVerticalSolidList"/>
    <dgm:cxn modelId="{FB1E7064-3E52-4E19-B705-B434919B326A}" type="presParOf" srcId="{319EF4F3-C2CD-4380-970C-9B5E0FB6AFA3}" destId="{6B1D0832-FCBC-4AB6-9342-C15BBDFC35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6CEEB3-1805-4E9D-AE43-C022E5F8562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17823D-A8D2-4F74-8065-A3DAD91D2E13}">
      <dgm:prSet/>
      <dgm:spPr/>
      <dgm:t>
        <a:bodyPr/>
        <a:lstStyle/>
        <a:p>
          <a:r>
            <a:rPr lang="en-US"/>
            <a:t>5,728 samples | 33,465 features (TF-IDF)</a:t>
          </a:r>
        </a:p>
      </dgm:t>
    </dgm:pt>
    <dgm:pt modelId="{28EF7DE5-1534-4B40-A439-4176AD1856FF}" type="parTrans" cxnId="{3DAED85E-4E51-4A65-9259-210D9E00640C}">
      <dgm:prSet/>
      <dgm:spPr/>
      <dgm:t>
        <a:bodyPr/>
        <a:lstStyle/>
        <a:p>
          <a:endParaRPr lang="en-US"/>
        </a:p>
      </dgm:t>
    </dgm:pt>
    <dgm:pt modelId="{BD090AC4-D3A8-4C4C-B6E4-4BAD71F0E467}" type="sibTrans" cxnId="{3DAED85E-4E51-4A65-9259-210D9E00640C}">
      <dgm:prSet/>
      <dgm:spPr/>
      <dgm:t>
        <a:bodyPr/>
        <a:lstStyle/>
        <a:p>
          <a:endParaRPr lang="en-US"/>
        </a:p>
      </dgm:t>
    </dgm:pt>
    <dgm:pt modelId="{B53D87B9-0D75-481F-9552-478FD3058F0F}">
      <dgm:prSet/>
      <dgm:spPr/>
      <dgm:t>
        <a:bodyPr/>
        <a:lstStyle/>
        <a:p>
          <a:r>
            <a:rPr lang="en-US"/>
            <a:t>Spam vs Non-Spam (binary classification)</a:t>
          </a:r>
        </a:p>
      </dgm:t>
    </dgm:pt>
    <dgm:pt modelId="{632767F3-EB87-4420-864D-3CEBA93B1433}" type="parTrans" cxnId="{613C51AE-F7C2-469B-8711-A5D187C0FEDD}">
      <dgm:prSet/>
      <dgm:spPr/>
      <dgm:t>
        <a:bodyPr/>
        <a:lstStyle/>
        <a:p>
          <a:endParaRPr lang="en-US"/>
        </a:p>
      </dgm:t>
    </dgm:pt>
    <dgm:pt modelId="{D9018B17-FDF8-4835-89E3-0322838B0045}" type="sibTrans" cxnId="{613C51AE-F7C2-469B-8711-A5D187C0FEDD}">
      <dgm:prSet/>
      <dgm:spPr/>
      <dgm:t>
        <a:bodyPr/>
        <a:lstStyle/>
        <a:p>
          <a:endParaRPr lang="en-US"/>
        </a:p>
      </dgm:t>
    </dgm:pt>
    <dgm:pt modelId="{D6D09015-01EC-4A70-8601-1579FF5A3627}">
      <dgm:prSet/>
      <dgm:spPr/>
      <dgm:t>
        <a:bodyPr/>
        <a:lstStyle/>
        <a:p>
          <a:r>
            <a:rPr lang="en-US"/>
            <a:t>Moderate class imbalance (23.9% spam)</a:t>
          </a:r>
        </a:p>
      </dgm:t>
    </dgm:pt>
    <dgm:pt modelId="{46FD1154-9A0B-4FE4-A7BF-B05A57F7255F}" type="parTrans" cxnId="{3D26B4FC-A325-4DB3-94DA-E83FB7229381}">
      <dgm:prSet/>
      <dgm:spPr/>
      <dgm:t>
        <a:bodyPr/>
        <a:lstStyle/>
        <a:p>
          <a:endParaRPr lang="en-US"/>
        </a:p>
      </dgm:t>
    </dgm:pt>
    <dgm:pt modelId="{679CDB4F-8EB4-42BA-AA11-591119296B0A}" type="sibTrans" cxnId="{3D26B4FC-A325-4DB3-94DA-E83FB7229381}">
      <dgm:prSet/>
      <dgm:spPr/>
      <dgm:t>
        <a:bodyPr/>
        <a:lstStyle/>
        <a:p>
          <a:endParaRPr lang="en-US"/>
        </a:p>
      </dgm:t>
    </dgm:pt>
    <dgm:pt modelId="{755BA8BB-4C48-4321-9234-A58C751F5E0F}">
      <dgm:prSet/>
      <dgm:spPr/>
      <dgm:t>
        <a:bodyPr/>
        <a:lstStyle/>
        <a:p>
          <a:r>
            <a:rPr lang="en-US"/>
            <a:t>80-20 stratified train-test split</a:t>
          </a:r>
        </a:p>
      </dgm:t>
    </dgm:pt>
    <dgm:pt modelId="{DCA7F7C3-D271-4FE3-999F-2326D84E49C9}" type="parTrans" cxnId="{DECC1164-772B-4911-8B44-B19AA2D5A5B2}">
      <dgm:prSet/>
      <dgm:spPr/>
      <dgm:t>
        <a:bodyPr/>
        <a:lstStyle/>
        <a:p>
          <a:endParaRPr lang="en-US"/>
        </a:p>
      </dgm:t>
    </dgm:pt>
    <dgm:pt modelId="{35E7219A-8AC8-45FB-932E-163358A5D884}" type="sibTrans" cxnId="{DECC1164-772B-4911-8B44-B19AA2D5A5B2}">
      <dgm:prSet/>
      <dgm:spPr/>
      <dgm:t>
        <a:bodyPr/>
        <a:lstStyle/>
        <a:p>
          <a:endParaRPr lang="en-US"/>
        </a:p>
      </dgm:t>
    </dgm:pt>
    <dgm:pt modelId="{26D81228-843F-3B46-9DB9-5758B4BEDE6F}" type="pres">
      <dgm:prSet presAssocID="{426CEEB3-1805-4E9D-AE43-C022E5F85627}" presName="matrix" presStyleCnt="0">
        <dgm:presLayoutVars>
          <dgm:chMax val="1"/>
          <dgm:dir/>
          <dgm:resizeHandles val="exact"/>
        </dgm:presLayoutVars>
      </dgm:prSet>
      <dgm:spPr/>
    </dgm:pt>
    <dgm:pt modelId="{4C695137-82BF-0348-8B18-CED33F8D97EA}" type="pres">
      <dgm:prSet presAssocID="{426CEEB3-1805-4E9D-AE43-C022E5F85627}" presName="diamond" presStyleLbl="bgShp" presStyleIdx="0" presStyleCnt="1"/>
      <dgm:spPr/>
    </dgm:pt>
    <dgm:pt modelId="{974C958F-6C1B-B948-9428-5000571D3BDF}" type="pres">
      <dgm:prSet presAssocID="{426CEEB3-1805-4E9D-AE43-C022E5F8562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A2ADCFB-5264-174C-A1B5-81C3D6853FE2}" type="pres">
      <dgm:prSet presAssocID="{426CEEB3-1805-4E9D-AE43-C022E5F8562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665E0DF-6F77-3D42-B644-411CE084B076}" type="pres">
      <dgm:prSet presAssocID="{426CEEB3-1805-4E9D-AE43-C022E5F8562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2AA95C-59FC-8641-A225-7E470377BAFD}" type="pres">
      <dgm:prSet presAssocID="{426CEEB3-1805-4E9D-AE43-C022E5F8562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6AE7C44-5533-F249-B7BC-3BE79618EDC8}" type="presOf" srcId="{426CEEB3-1805-4E9D-AE43-C022E5F85627}" destId="{26D81228-843F-3B46-9DB9-5758B4BEDE6F}" srcOrd="0" destOrd="0" presId="urn:microsoft.com/office/officeart/2005/8/layout/matrix3"/>
    <dgm:cxn modelId="{3DAED85E-4E51-4A65-9259-210D9E00640C}" srcId="{426CEEB3-1805-4E9D-AE43-C022E5F85627}" destId="{8917823D-A8D2-4F74-8065-A3DAD91D2E13}" srcOrd="0" destOrd="0" parTransId="{28EF7DE5-1534-4B40-A439-4176AD1856FF}" sibTransId="{BD090AC4-D3A8-4C4C-B6E4-4BAD71F0E467}"/>
    <dgm:cxn modelId="{DECC1164-772B-4911-8B44-B19AA2D5A5B2}" srcId="{426CEEB3-1805-4E9D-AE43-C022E5F85627}" destId="{755BA8BB-4C48-4321-9234-A58C751F5E0F}" srcOrd="3" destOrd="0" parTransId="{DCA7F7C3-D271-4FE3-999F-2326D84E49C9}" sibTransId="{35E7219A-8AC8-45FB-932E-163358A5D884}"/>
    <dgm:cxn modelId="{7871CB8D-26E3-AE46-9490-70F1B77981DA}" type="presOf" srcId="{755BA8BB-4C48-4321-9234-A58C751F5E0F}" destId="{B12AA95C-59FC-8641-A225-7E470377BAFD}" srcOrd="0" destOrd="0" presId="urn:microsoft.com/office/officeart/2005/8/layout/matrix3"/>
    <dgm:cxn modelId="{613C51AE-F7C2-469B-8711-A5D187C0FEDD}" srcId="{426CEEB3-1805-4E9D-AE43-C022E5F85627}" destId="{B53D87B9-0D75-481F-9552-478FD3058F0F}" srcOrd="1" destOrd="0" parTransId="{632767F3-EB87-4420-864D-3CEBA93B1433}" sibTransId="{D9018B17-FDF8-4835-89E3-0322838B0045}"/>
    <dgm:cxn modelId="{ABF037C2-699A-D646-800F-C264A57F9A07}" type="presOf" srcId="{D6D09015-01EC-4A70-8601-1579FF5A3627}" destId="{C665E0DF-6F77-3D42-B644-411CE084B076}" srcOrd="0" destOrd="0" presId="urn:microsoft.com/office/officeart/2005/8/layout/matrix3"/>
    <dgm:cxn modelId="{DC8DA6C4-69B8-674D-BC62-F703E78F021C}" type="presOf" srcId="{B53D87B9-0D75-481F-9552-478FD3058F0F}" destId="{FA2ADCFB-5264-174C-A1B5-81C3D6853FE2}" srcOrd="0" destOrd="0" presId="urn:microsoft.com/office/officeart/2005/8/layout/matrix3"/>
    <dgm:cxn modelId="{8A4200D7-4080-2349-AB99-0E062656039B}" type="presOf" srcId="{8917823D-A8D2-4F74-8065-A3DAD91D2E13}" destId="{974C958F-6C1B-B948-9428-5000571D3BDF}" srcOrd="0" destOrd="0" presId="urn:microsoft.com/office/officeart/2005/8/layout/matrix3"/>
    <dgm:cxn modelId="{3D26B4FC-A325-4DB3-94DA-E83FB7229381}" srcId="{426CEEB3-1805-4E9D-AE43-C022E5F85627}" destId="{D6D09015-01EC-4A70-8601-1579FF5A3627}" srcOrd="2" destOrd="0" parTransId="{46FD1154-9A0B-4FE4-A7BF-B05A57F7255F}" sibTransId="{679CDB4F-8EB4-42BA-AA11-591119296B0A}"/>
    <dgm:cxn modelId="{105068E4-B920-1D4D-B289-B8F36C601A3E}" type="presParOf" srcId="{26D81228-843F-3B46-9DB9-5758B4BEDE6F}" destId="{4C695137-82BF-0348-8B18-CED33F8D97EA}" srcOrd="0" destOrd="0" presId="urn:microsoft.com/office/officeart/2005/8/layout/matrix3"/>
    <dgm:cxn modelId="{D80A83FA-D33C-6244-947A-E1F1FA7E8945}" type="presParOf" srcId="{26D81228-843F-3B46-9DB9-5758B4BEDE6F}" destId="{974C958F-6C1B-B948-9428-5000571D3BDF}" srcOrd="1" destOrd="0" presId="urn:microsoft.com/office/officeart/2005/8/layout/matrix3"/>
    <dgm:cxn modelId="{B0FBE528-1A54-134D-83B6-B002FAD90B8C}" type="presParOf" srcId="{26D81228-843F-3B46-9DB9-5758B4BEDE6F}" destId="{FA2ADCFB-5264-174C-A1B5-81C3D6853FE2}" srcOrd="2" destOrd="0" presId="urn:microsoft.com/office/officeart/2005/8/layout/matrix3"/>
    <dgm:cxn modelId="{5CAFA489-4790-A844-AB0E-4F0FBE6A8149}" type="presParOf" srcId="{26D81228-843F-3B46-9DB9-5758B4BEDE6F}" destId="{C665E0DF-6F77-3D42-B644-411CE084B076}" srcOrd="3" destOrd="0" presId="urn:microsoft.com/office/officeart/2005/8/layout/matrix3"/>
    <dgm:cxn modelId="{D00F5A62-30C5-9344-999C-F5C3623442C4}" type="presParOf" srcId="{26D81228-843F-3B46-9DB9-5758B4BEDE6F}" destId="{B12AA95C-59FC-8641-A225-7E470377BAF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091CA2-6CF3-4142-8BF8-1C718AC4D21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C480C1-0384-4CEB-916C-CF996E4418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2,392 records | 15 features</a:t>
          </a:r>
        </a:p>
      </dgm:t>
    </dgm:pt>
    <dgm:pt modelId="{8FA7E76E-1BC4-4593-9F03-5D482509FAC9}" type="parTrans" cxnId="{64332755-DD19-4AC7-9EBC-AF363F9FB673}">
      <dgm:prSet/>
      <dgm:spPr/>
      <dgm:t>
        <a:bodyPr/>
        <a:lstStyle/>
        <a:p>
          <a:endParaRPr lang="en-US"/>
        </a:p>
      </dgm:t>
    </dgm:pt>
    <dgm:pt modelId="{EE776509-4E4C-4D61-85E4-92807AB5DF47}" type="sibTrans" cxnId="{64332755-DD19-4AC7-9EBC-AF363F9FB673}">
      <dgm:prSet/>
      <dgm:spPr/>
      <dgm:t>
        <a:bodyPr/>
        <a:lstStyle/>
        <a:p>
          <a:endParaRPr lang="en-US"/>
        </a:p>
      </dgm:t>
    </dgm:pt>
    <dgm:pt modelId="{90B9D912-4A91-4DB2-A897-B10CF0FE01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Grades 0 to 4 (multiclass classification)</a:t>
          </a:r>
        </a:p>
      </dgm:t>
    </dgm:pt>
    <dgm:pt modelId="{191ACC0B-0338-4FE3-9CD8-066A5B14323E}" type="parTrans" cxnId="{F07A58DC-1D5F-4453-B6D7-8761A24A3B75}">
      <dgm:prSet/>
      <dgm:spPr/>
      <dgm:t>
        <a:bodyPr/>
        <a:lstStyle/>
        <a:p>
          <a:endParaRPr lang="en-US"/>
        </a:p>
      </dgm:t>
    </dgm:pt>
    <dgm:pt modelId="{D8CCBCE5-582A-4810-8DF3-B80C1296DCFB}" type="sibTrans" cxnId="{F07A58DC-1D5F-4453-B6D7-8761A24A3B75}">
      <dgm:prSet/>
      <dgm:spPr/>
      <dgm:t>
        <a:bodyPr/>
        <a:lstStyle/>
        <a:p>
          <a:endParaRPr lang="en-US"/>
        </a:p>
      </dgm:t>
    </dgm:pt>
    <dgm:pt modelId="{97ED50B1-157D-413A-83E2-875CF91D9E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One-hot encoding &amp; StandardScaler</a:t>
          </a:r>
        </a:p>
      </dgm:t>
    </dgm:pt>
    <dgm:pt modelId="{E2B841F0-2577-4A4B-A821-ED594043B211}" type="parTrans" cxnId="{E08834F5-F8AF-42B8-A7D5-DC8B34220511}">
      <dgm:prSet/>
      <dgm:spPr/>
      <dgm:t>
        <a:bodyPr/>
        <a:lstStyle/>
        <a:p>
          <a:endParaRPr lang="en-US"/>
        </a:p>
      </dgm:t>
    </dgm:pt>
    <dgm:pt modelId="{486FEEE9-46B1-4858-87B1-FB9987E122AC}" type="sibTrans" cxnId="{E08834F5-F8AF-42B8-A7D5-DC8B34220511}">
      <dgm:prSet/>
      <dgm:spPr/>
      <dgm:t>
        <a:bodyPr/>
        <a:lstStyle/>
        <a:p>
          <a:endParaRPr lang="en-US"/>
        </a:p>
      </dgm:t>
    </dgm:pt>
    <dgm:pt modelId="{2080F602-FA61-4C3B-8673-4394907AFF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SMOTE used to address class imbalance</a:t>
          </a:r>
        </a:p>
      </dgm:t>
    </dgm:pt>
    <dgm:pt modelId="{D36C1A9D-99CF-4B35-AA7E-69926FB65608}" type="parTrans" cxnId="{FAEA6C08-F32D-47A1-8589-454B4447EA5D}">
      <dgm:prSet/>
      <dgm:spPr/>
      <dgm:t>
        <a:bodyPr/>
        <a:lstStyle/>
        <a:p>
          <a:endParaRPr lang="en-US"/>
        </a:p>
      </dgm:t>
    </dgm:pt>
    <dgm:pt modelId="{0EF5A607-6A79-40A9-BAE1-93B37DC4D669}" type="sibTrans" cxnId="{FAEA6C08-F32D-47A1-8589-454B4447EA5D}">
      <dgm:prSet/>
      <dgm:spPr/>
      <dgm:t>
        <a:bodyPr/>
        <a:lstStyle/>
        <a:p>
          <a:endParaRPr lang="en-US"/>
        </a:p>
      </dgm:t>
    </dgm:pt>
    <dgm:pt modelId="{1F2E5FB0-A07B-496A-80C5-4CBF8F00635F}" type="pres">
      <dgm:prSet presAssocID="{17091CA2-6CF3-4142-8BF8-1C718AC4D217}" presName="root" presStyleCnt="0">
        <dgm:presLayoutVars>
          <dgm:dir/>
          <dgm:resizeHandles val="exact"/>
        </dgm:presLayoutVars>
      </dgm:prSet>
      <dgm:spPr/>
    </dgm:pt>
    <dgm:pt modelId="{02F9DFA1-2153-4C85-A7EE-7B8D667F3C43}" type="pres">
      <dgm:prSet presAssocID="{BFC480C1-0384-4CEB-916C-CF996E441893}" presName="compNode" presStyleCnt="0"/>
      <dgm:spPr/>
    </dgm:pt>
    <dgm:pt modelId="{9BED280C-0B36-407F-B79F-6512BF7A670C}" type="pres">
      <dgm:prSet presAssocID="{BFC480C1-0384-4CEB-916C-CF996E441893}" presName="iconBgRect" presStyleLbl="bgShp" presStyleIdx="0" presStyleCnt="4"/>
      <dgm:spPr/>
    </dgm:pt>
    <dgm:pt modelId="{8069BF78-2B3C-4DEE-B3CC-11E2543E6AC8}" type="pres">
      <dgm:prSet presAssocID="{BFC480C1-0384-4CEB-916C-CF996E4418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9E113A6-0B19-4773-9C88-77E196B213A6}" type="pres">
      <dgm:prSet presAssocID="{BFC480C1-0384-4CEB-916C-CF996E441893}" presName="spaceRect" presStyleCnt="0"/>
      <dgm:spPr/>
    </dgm:pt>
    <dgm:pt modelId="{AE160A2A-44AA-4BA8-8C01-6B6CE60B05A5}" type="pres">
      <dgm:prSet presAssocID="{BFC480C1-0384-4CEB-916C-CF996E441893}" presName="textRect" presStyleLbl="revTx" presStyleIdx="0" presStyleCnt="4">
        <dgm:presLayoutVars>
          <dgm:chMax val="1"/>
          <dgm:chPref val="1"/>
        </dgm:presLayoutVars>
      </dgm:prSet>
      <dgm:spPr/>
    </dgm:pt>
    <dgm:pt modelId="{49D47CEE-EEED-4892-A81D-2F60BC9360DC}" type="pres">
      <dgm:prSet presAssocID="{EE776509-4E4C-4D61-85E4-92807AB5DF47}" presName="sibTrans" presStyleCnt="0"/>
      <dgm:spPr/>
    </dgm:pt>
    <dgm:pt modelId="{0AD31FD3-12A8-45FD-BC91-42A07A1F9192}" type="pres">
      <dgm:prSet presAssocID="{90B9D912-4A91-4DB2-A897-B10CF0FE014A}" presName="compNode" presStyleCnt="0"/>
      <dgm:spPr/>
    </dgm:pt>
    <dgm:pt modelId="{37FDF94F-7E20-4187-8489-6A51123B1AE0}" type="pres">
      <dgm:prSet presAssocID="{90B9D912-4A91-4DB2-A897-B10CF0FE014A}" presName="iconBgRect" presStyleLbl="bgShp" presStyleIdx="1" presStyleCnt="4"/>
      <dgm:spPr/>
    </dgm:pt>
    <dgm:pt modelId="{921E5325-3694-4432-A17B-4D659C4DA72A}" type="pres">
      <dgm:prSet presAssocID="{90B9D912-4A91-4DB2-A897-B10CF0FE01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2EA6242-9961-4E8C-812E-E3F8ABB299C7}" type="pres">
      <dgm:prSet presAssocID="{90B9D912-4A91-4DB2-A897-B10CF0FE014A}" presName="spaceRect" presStyleCnt="0"/>
      <dgm:spPr/>
    </dgm:pt>
    <dgm:pt modelId="{FA06D10E-C167-4B0F-9FD4-75443D86F989}" type="pres">
      <dgm:prSet presAssocID="{90B9D912-4A91-4DB2-A897-B10CF0FE014A}" presName="textRect" presStyleLbl="revTx" presStyleIdx="1" presStyleCnt="4">
        <dgm:presLayoutVars>
          <dgm:chMax val="1"/>
          <dgm:chPref val="1"/>
        </dgm:presLayoutVars>
      </dgm:prSet>
      <dgm:spPr/>
    </dgm:pt>
    <dgm:pt modelId="{ECE38227-540E-44FF-B7F3-CFB278A6F820}" type="pres">
      <dgm:prSet presAssocID="{D8CCBCE5-582A-4810-8DF3-B80C1296DCFB}" presName="sibTrans" presStyleCnt="0"/>
      <dgm:spPr/>
    </dgm:pt>
    <dgm:pt modelId="{C0747F04-38CD-48C5-A107-B8B3AABC6F8D}" type="pres">
      <dgm:prSet presAssocID="{97ED50B1-157D-413A-83E2-875CF91D9E32}" presName="compNode" presStyleCnt="0"/>
      <dgm:spPr/>
    </dgm:pt>
    <dgm:pt modelId="{B8F5A2EC-C6A0-42CC-88CC-60A8297C3CC5}" type="pres">
      <dgm:prSet presAssocID="{97ED50B1-157D-413A-83E2-875CF91D9E32}" presName="iconBgRect" presStyleLbl="bgShp" presStyleIdx="2" presStyleCnt="4"/>
      <dgm:spPr/>
    </dgm:pt>
    <dgm:pt modelId="{7461F54D-0737-47AA-83CA-7731A6252A1E}" type="pres">
      <dgm:prSet presAssocID="{97ED50B1-157D-413A-83E2-875CF91D9E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8E483268-5434-4579-A062-35C56545E6C4}" type="pres">
      <dgm:prSet presAssocID="{97ED50B1-157D-413A-83E2-875CF91D9E32}" presName="spaceRect" presStyleCnt="0"/>
      <dgm:spPr/>
    </dgm:pt>
    <dgm:pt modelId="{8390A2DC-BC97-41A5-9D07-9BAC9290D2D9}" type="pres">
      <dgm:prSet presAssocID="{97ED50B1-157D-413A-83E2-875CF91D9E32}" presName="textRect" presStyleLbl="revTx" presStyleIdx="2" presStyleCnt="4">
        <dgm:presLayoutVars>
          <dgm:chMax val="1"/>
          <dgm:chPref val="1"/>
        </dgm:presLayoutVars>
      </dgm:prSet>
      <dgm:spPr/>
    </dgm:pt>
    <dgm:pt modelId="{6AD2FD4D-B28B-4D38-B6E4-7DEB6CB67075}" type="pres">
      <dgm:prSet presAssocID="{486FEEE9-46B1-4858-87B1-FB9987E122AC}" presName="sibTrans" presStyleCnt="0"/>
      <dgm:spPr/>
    </dgm:pt>
    <dgm:pt modelId="{67DBCD46-9390-4DFB-85E1-0A8F9146834F}" type="pres">
      <dgm:prSet presAssocID="{2080F602-FA61-4C3B-8673-4394907AFF8F}" presName="compNode" presStyleCnt="0"/>
      <dgm:spPr/>
    </dgm:pt>
    <dgm:pt modelId="{E520BB23-5CB5-4B70-8ACA-6B3DABC9CF74}" type="pres">
      <dgm:prSet presAssocID="{2080F602-FA61-4C3B-8673-4394907AFF8F}" presName="iconBgRect" presStyleLbl="bgShp" presStyleIdx="3" presStyleCnt="4"/>
      <dgm:spPr/>
    </dgm:pt>
    <dgm:pt modelId="{4080C7C9-3911-442D-BC71-A4836F9F0435}" type="pres">
      <dgm:prSet presAssocID="{2080F602-FA61-4C3B-8673-4394907AFF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CA8779C-E9D6-4659-BCF2-3B326ABC7CE3}" type="pres">
      <dgm:prSet presAssocID="{2080F602-FA61-4C3B-8673-4394907AFF8F}" presName="spaceRect" presStyleCnt="0"/>
      <dgm:spPr/>
    </dgm:pt>
    <dgm:pt modelId="{851376E6-07D5-4FB2-A71F-E0DB37F8A58F}" type="pres">
      <dgm:prSet presAssocID="{2080F602-FA61-4C3B-8673-4394907AFF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EA6C08-F32D-47A1-8589-454B4447EA5D}" srcId="{17091CA2-6CF3-4142-8BF8-1C718AC4D217}" destId="{2080F602-FA61-4C3B-8673-4394907AFF8F}" srcOrd="3" destOrd="0" parTransId="{D36C1A9D-99CF-4B35-AA7E-69926FB65608}" sibTransId="{0EF5A607-6A79-40A9-BAE1-93B37DC4D669}"/>
    <dgm:cxn modelId="{1814BB1D-3550-4857-81CE-BD1198D3226E}" type="presOf" srcId="{2080F602-FA61-4C3B-8673-4394907AFF8F}" destId="{851376E6-07D5-4FB2-A71F-E0DB37F8A58F}" srcOrd="0" destOrd="0" presId="urn:microsoft.com/office/officeart/2018/5/layout/IconCircleLabelList"/>
    <dgm:cxn modelId="{64332755-DD19-4AC7-9EBC-AF363F9FB673}" srcId="{17091CA2-6CF3-4142-8BF8-1C718AC4D217}" destId="{BFC480C1-0384-4CEB-916C-CF996E441893}" srcOrd="0" destOrd="0" parTransId="{8FA7E76E-1BC4-4593-9F03-5D482509FAC9}" sibTransId="{EE776509-4E4C-4D61-85E4-92807AB5DF47}"/>
    <dgm:cxn modelId="{E8AEEB79-D323-4B44-B80B-1678D67093CF}" type="presOf" srcId="{97ED50B1-157D-413A-83E2-875CF91D9E32}" destId="{8390A2DC-BC97-41A5-9D07-9BAC9290D2D9}" srcOrd="0" destOrd="0" presId="urn:microsoft.com/office/officeart/2018/5/layout/IconCircleLabelList"/>
    <dgm:cxn modelId="{4E79F7AF-B12F-4B0E-B38D-B5B98086F0E6}" type="presOf" srcId="{BFC480C1-0384-4CEB-916C-CF996E441893}" destId="{AE160A2A-44AA-4BA8-8C01-6B6CE60B05A5}" srcOrd="0" destOrd="0" presId="urn:microsoft.com/office/officeart/2018/5/layout/IconCircleLabelList"/>
    <dgm:cxn modelId="{E36565BE-6C50-4D89-879A-E223E2AFA617}" type="presOf" srcId="{17091CA2-6CF3-4142-8BF8-1C718AC4D217}" destId="{1F2E5FB0-A07B-496A-80C5-4CBF8F00635F}" srcOrd="0" destOrd="0" presId="urn:microsoft.com/office/officeart/2018/5/layout/IconCircleLabelList"/>
    <dgm:cxn modelId="{F07A58DC-1D5F-4453-B6D7-8761A24A3B75}" srcId="{17091CA2-6CF3-4142-8BF8-1C718AC4D217}" destId="{90B9D912-4A91-4DB2-A897-B10CF0FE014A}" srcOrd="1" destOrd="0" parTransId="{191ACC0B-0338-4FE3-9CD8-066A5B14323E}" sibTransId="{D8CCBCE5-582A-4810-8DF3-B80C1296DCFB}"/>
    <dgm:cxn modelId="{31CB36F2-24E6-4C52-B0CC-2021A3AB9D23}" type="presOf" srcId="{90B9D912-4A91-4DB2-A897-B10CF0FE014A}" destId="{FA06D10E-C167-4B0F-9FD4-75443D86F989}" srcOrd="0" destOrd="0" presId="urn:microsoft.com/office/officeart/2018/5/layout/IconCircleLabelList"/>
    <dgm:cxn modelId="{E08834F5-F8AF-42B8-A7D5-DC8B34220511}" srcId="{17091CA2-6CF3-4142-8BF8-1C718AC4D217}" destId="{97ED50B1-157D-413A-83E2-875CF91D9E32}" srcOrd="2" destOrd="0" parTransId="{E2B841F0-2577-4A4B-A821-ED594043B211}" sibTransId="{486FEEE9-46B1-4858-87B1-FB9987E122AC}"/>
    <dgm:cxn modelId="{AB3366A3-06C2-463E-A77C-CE9C54339F3C}" type="presParOf" srcId="{1F2E5FB0-A07B-496A-80C5-4CBF8F00635F}" destId="{02F9DFA1-2153-4C85-A7EE-7B8D667F3C43}" srcOrd="0" destOrd="0" presId="urn:microsoft.com/office/officeart/2018/5/layout/IconCircleLabelList"/>
    <dgm:cxn modelId="{8DF20989-173A-4E51-B960-E575C0E3C250}" type="presParOf" srcId="{02F9DFA1-2153-4C85-A7EE-7B8D667F3C43}" destId="{9BED280C-0B36-407F-B79F-6512BF7A670C}" srcOrd="0" destOrd="0" presId="urn:microsoft.com/office/officeart/2018/5/layout/IconCircleLabelList"/>
    <dgm:cxn modelId="{CD91BAE4-1461-4BC1-B6C2-1E04B128C461}" type="presParOf" srcId="{02F9DFA1-2153-4C85-A7EE-7B8D667F3C43}" destId="{8069BF78-2B3C-4DEE-B3CC-11E2543E6AC8}" srcOrd="1" destOrd="0" presId="urn:microsoft.com/office/officeart/2018/5/layout/IconCircleLabelList"/>
    <dgm:cxn modelId="{70FF4B72-B18A-4245-AD13-E5E7FF7AF970}" type="presParOf" srcId="{02F9DFA1-2153-4C85-A7EE-7B8D667F3C43}" destId="{19E113A6-0B19-4773-9C88-77E196B213A6}" srcOrd="2" destOrd="0" presId="urn:microsoft.com/office/officeart/2018/5/layout/IconCircleLabelList"/>
    <dgm:cxn modelId="{1A6725FE-5211-4E03-95E2-DBB477CD05AD}" type="presParOf" srcId="{02F9DFA1-2153-4C85-A7EE-7B8D667F3C43}" destId="{AE160A2A-44AA-4BA8-8C01-6B6CE60B05A5}" srcOrd="3" destOrd="0" presId="urn:microsoft.com/office/officeart/2018/5/layout/IconCircleLabelList"/>
    <dgm:cxn modelId="{A5710A4A-3628-42A4-9374-8613AF092DD5}" type="presParOf" srcId="{1F2E5FB0-A07B-496A-80C5-4CBF8F00635F}" destId="{49D47CEE-EEED-4892-A81D-2F60BC9360DC}" srcOrd="1" destOrd="0" presId="urn:microsoft.com/office/officeart/2018/5/layout/IconCircleLabelList"/>
    <dgm:cxn modelId="{F1BB0CAC-68D3-4685-80E2-147C49860238}" type="presParOf" srcId="{1F2E5FB0-A07B-496A-80C5-4CBF8F00635F}" destId="{0AD31FD3-12A8-45FD-BC91-42A07A1F9192}" srcOrd="2" destOrd="0" presId="urn:microsoft.com/office/officeart/2018/5/layout/IconCircleLabelList"/>
    <dgm:cxn modelId="{15645480-5E83-42A1-B2AA-13C0AD440863}" type="presParOf" srcId="{0AD31FD3-12A8-45FD-BC91-42A07A1F9192}" destId="{37FDF94F-7E20-4187-8489-6A51123B1AE0}" srcOrd="0" destOrd="0" presId="urn:microsoft.com/office/officeart/2018/5/layout/IconCircleLabelList"/>
    <dgm:cxn modelId="{BA73A6EA-917E-43AD-8BE4-7E9AE9A278B9}" type="presParOf" srcId="{0AD31FD3-12A8-45FD-BC91-42A07A1F9192}" destId="{921E5325-3694-4432-A17B-4D659C4DA72A}" srcOrd="1" destOrd="0" presId="urn:microsoft.com/office/officeart/2018/5/layout/IconCircleLabelList"/>
    <dgm:cxn modelId="{7351EA51-3412-4733-96C8-53A149AE1AD0}" type="presParOf" srcId="{0AD31FD3-12A8-45FD-BC91-42A07A1F9192}" destId="{02EA6242-9961-4E8C-812E-E3F8ABB299C7}" srcOrd="2" destOrd="0" presId="urn:microsoft.com/office/officeart/2018/5/layout/IconCircleLabelList"/>
    <dgm:cxn modelId="{8481306B-4D67-4555-BE79-A5E78E4F6AD3}" type="presParOf" srcId="{0AD31FD3-12A8-45FD-BC91-42A07A1F9192}" destId="{FA06D10E-C167-4B0F-9FD4-75443D86F989}" srcOrd="3" destOrd="0" presId="urn:microsoft.com/office/officeart/2018/5/layout/IconCircleLabelList"/>
    <dgm:cxn modelId="{A887BAB9-6FDC-4AAC-841E-EE08D4B376C8}" type="presParOf" srcId="{1F2E5FB0-A07B-496A-80C5-4CBF8F00635F}" destId="{ECE38227-540E-44FF-B7F3-CFB278A6F820}" srcOrd="3" destOrd="0" presId="urn:microsoft.com/office/officeart/2018/5/layout/IconCircleLabelList"/>
    <dgm:cxn modelId="{C890A1D6-98D0-4FD5-8329-0DCB39B041DC}" type="presParOf" srcId="{1F2E5FB0-A07B-496A-80C5-4CBF8F00635F}" destId="{C0747F04-38CD-48C5-A107-B8B3AABC6F8D}" srcOrd="4" destOrd="0" presId="urn:microsoft.com/office/officeart/2018/5/layout/IconCircleLabelList"/>
    <dgm:cxn modelId="{68F4649C-EB2B-4E8C-BD86-26B1D0F9C4A5}" type="presParOf" srcId="{C0747F04-38CD-48C5-A107-B8B3AABC6F8D}" destId="{B8F5A2EC-C6A0-42CC-88CC-60A8297C3CC5}" srcOrd="0" destOrd="0" presId="urn:microsoft.com/office/officeart/2018/5/layout/IconCircleLabelList"/>
    <dgm:cxn modelId="{676E0092-1C95-4A24-9940-79E6BFF53EA7}" type="presParOf" srcId="{C0747F04-38CD-48C5-A107-B8B3AABC6F8D}" destId="{7461F54D-0737-47AA-83CA-7731A6252A1E}" srcOrd="1" destOrd="0" presId="urn:microsoft.com/office/officeart/2018/5/layout/IconCircleLabelList"/>
    <dgm:cxn modelId="{98C25C68-F10B-4FEB-9EBE-9BF35226BB7F}" type="presParOf" srcId="{C0747F04-38CD-48C5-A107-B8B3AABC6F8D}" destId="{8E483268-5434-4579-A062-35C56545E6C4}" srcOrd="2" destOrd="0" presId="urn:microsoft.com/office/officeart/2018/5/layout/IconCircleLabelList"/>
    <dgm:cxn modelId="{D0940A71-6D14-4E5D-B5F7-227BE7551CB1}" type="presParOf" srcId="{C0747F04-38CD-48C5-A107-B8B3AABC6F8D}" destId="{8390A2DC-BC97-41A5-9D07-9BAC9290D2D9}" srcOrd="3" destOrd="0" presId="urn:microsoft.com/office/officeart/2018/5/layout/IconCircleLabelList"/>
    <dgm:cxn modelId="{A50E3974-1418-4949-860D-A3A935AADD66}" type="presParOf" srcId="{1F2E5FB0-A07B-496A-80C5-4CBF8F00635F}" destId="{6AD2FD4D-B28B-4D38-B6E4-7DEB6CB67075}" srcOrd="5" destOrd="0" presId="urn:microsoft.com/office/officeart/2018/5/layout/IconCircleLabelList"/>
    <dgm:cxn modelId="{6DC6DA59-53E5-4CB4-94DF-5371C544D067}" type="presParOf" srcId="{1F2E5FB0-A07B-496A-80C5-4CBF8F00635F}" destId="{67DBCD46-9390-4DFB-85E1-0A8F9146834F}" srcOrd="6" destOrd="0" presId="urn:microsoft.com/office/officeart/2018/5/layout/IconCircleLabelList"/>
    <dgm:cxn modelId="{F63AC054-0181-4DCF-83A9-4B3A3EA2AB97}" type="presParOf" srcId="{67DBCD46-9390-4DFB-85E1-0A8F9146834F}" destId="{E520BB23-5CB5-4B70-8ACA-6B3DABC9CF74}" srcOrd="0" destOrd="0" presId="urn:microsoft.com/office/officeart/2018/5/layout/IconCircleLabelList"/>
    <dgm:cxn modelId="{D6404D17-330B-4F3B-ADFB-D95740BB8C29}" type="presParOf" srcId="{67DBCD46-9390-4DFB-85E1-0A8F9146834F}" destId="{4080C7C9-3911-442D-BC71-A4836F9F0435}" srcOrd="1" destOrd="0" presId="urn:microsoft.com/office/officeart/2018/5/layout/IconCircleLabelList"/>
    <dgm:cxn modelId="{3D276FBD-E47F-47F0-BE89-278E57CB9748}" type="presParOf" srcId="{67DBCD46-9390-4DFB-85E1-0A8F9146834F}" destId="{8CA8779C-E9D6-4659-BCF2-3B326ABC7CE3}" srcOrd="2" destOrd="0" presId="urn:microsoft.com/office/officeart/2018/5/layout/IconCircleLabelList"/>
    <dgm:cxn modelId="{3A963B1D-F2F4-4560-BE52-18F2360F58A2}" type="presParOf" srcId="{67DBCD46-9390-4DFB-85E1-0A8F9146834F}" destId="{851376E6-07D5-4FB2-A71F-E0DB37F8A5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69BC16F-9DD8-42CB-A0F0-08E30CB7FE4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6D0120-5F5E-4B34-8D04-27B0D40B687F}">
      <dgm:prSet/>
      <dgm:spPr/>
      <dgm:t>
        <a:bodyPr/>
        <a:lstStyle/>
        <a:p>
          <a:r>
            <a:rPr lang="en-US"/>
            <a:t>Email: SVM, Logistic Regression, Naive Bayes, Random Forest</a:t>
          </a:r>
        </a:p>
      </dgm:t>
    </dgm:pt>
    <dgm:pt modelId="{DE25FE45-1880-47F8-800B-1F5E6C839B43}" type="parTrans" cxnId="{4207550D-686E-4424-B4A6-46770565FBCA}">
      <dgm:prSet/>
      <dgm:spPr/>
      <dgm:t>
        <a:bodyPr/>
        <a:lstStyle/>
        <a:p>
          <a:endParaRPr lang="en-US"/>
        </a:p>
      </dgm:t>
    </dgm:pt>
    <dgm:pt modelId="{38F23658-CD8B-4FE8-B146-913CA84112AE}" type="sibTrans" cxnId="{4207550D-686E-4424-B4A6-46770565FBCA}">
      <dgm:prSet/>
      <dgm:spPr/>
      <dgm:t>
        <a:bodyPr/>
        <a:lstStyle/>
        <a:p>
          <a:endParaRPr lang="en-US"/>
        </a:p>
      </dgm:t>
    </dgm:pt>
    <dgm:pt modelId="{50FC9340-857F-4623-BF7E-69B46E8386DB}">
      <dgm:prSet/>
      <dgm:spPr/>
      <dgm:t>
        <a:bodyPr/>
        <a:lstStyle/>
        <a:p>
          <a:r>
            <a:rPr lang="en-US"/>
            <a:t>Student: Decision Tree, Random Forest, Logistic Regression, KNN</a:t>
          </a:r>
        </a:p>
      </dgm:t>
    </dgm:pt>
    <dgm:pt modelId="{BA5F355F-72F4-490C-90C8-67FF09FD60AA}" type="parTrans" cxnId="{89762973-5013-4B27-AF02-995B507DA6C6}">
      <dgm:prSet/>
      <dgm:spPr/>
      <dgm:t>
        <a:bodyPr/>
        <a:lstStyle/>
        <a:p>
          <a:endParaRPr lang="en-US"/>
        </a:p>
      </dgm:t>
    </dgm:pt>
    <dgm:pt modelId="{CF1EFC92-351C-41C9-A1DB-B1F4B7E5E1A4}" type="sibTrans" cxnId="{89762973-5013-4B27-AF02-995B507DA6C6}">
      <dgm:prSet/>
      <dgm:spPr/>
      <dgm:t>
        <a:bodyPr/>
        <a:lstStyle/>
        <a:p>
          <a:endParaRPr lang="en-US"/>
        </a:p>
      </dgm:t>
    </dgm:pt>
    <dgm:pt modelId="{6ED23196-CA81-44BD-8071-656C3C82CB77}">
      <dgm:prSet/>
      <dgm:spPr/>
      <dgm:t>
        <a:bodyPr/>
        <a:lstStyle/>
        <a:p>
          <a:r>
            <a:rPr lang="en-US"/>
            <a:t>Evaluation: F1-score, Confusion Matrix, ROC Curve, Learning Curve</a:t>
          </a:r>
        </a:p>
      </dgm:t>
    </dgm:pt>
    <dgm:pt modelId="{9A861A59-3D14-492B-8BF4-F8AA6A39BE10}" type="parTrans" cxnId="{FF546E12-4D31-481D-9974-4885F3537E5C}">
      <dgm:prSet/>
      <dgm:spPr/>
      <dgm:t>
        <a:bodyPr/>
        <a:lstStyle/>
        <a:p>
          <a:endParaRPr lang="en-US"/>
        </a:p>
      </dgm:t>
    </dgm:pt>
    <dgm:pt modelId="{62AE16D7-31C6-47E4-809D-648ED0D321EE}" type="sibTrans" cxnId="{FF546E12-4D31-481D-9974-4885F3537E5C}">
      <dgm:prSet/>
      <dgm:spPr/>
      <dgm:t>
        <a:bodyPr/>
        <a:lstStyle/>
        <a:p>
          <a:endParaRPr lang="en-US"/>
        </a:p>
      </dgm:t>
    </dgm:pt>
    <dgm:pt modelId="{463FBA0B-2368-E742-84E9-329050D82462}" type="pres">
      <dgm:prSet presAssocID="{D69BC16F-9DD8-42CB-A0F0-08E30CB7FE4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746DA5-D8AE-9D44-8DEF-AC12E2D2C00F}" type="pres">
      <dgm:prSet presAssocID="{CF6D0120-5F5E-4B34-8D04-27B0D40B687F}" presName="hierRoot1" presStyleCnt="0"/>
      <dgm:spPr/>
    </dgm:pt>
    <dgm:pt modelId="{E9D915E4-6DA1-074B-895B-F778AF39C3B5}" type="pres">
      <dgm:prSet presAssocID="{CF6D0120-5F5E-4B34-8D04-27B0D40B687F}" presName="composite" presStyleCnt="0"/>
      <dgm:spPr/>
    </dgm:pt>
    <dgm:pt modelId="{077C3E4A-0E60-824C-BDF9-FEC043D55909}" type="pres">
      <dgm:prSet presAssocID="{CF6D0120-5F5E-4B34-8D04-27B0D40B687F}" presName="background" presStyleLbl="node0" presStyleIdx="0" presStyleCnt="3"/>
      <dgm:spPr/>
    </dgm:pt>
    <dgm:pt modelId="{72111747-F69A-954C-BAAF-A9503A271F80}" type="pres">
      <dgm:prSet presAssocID="{CF6D0120-5F5E-4B34-8D04-27B0D40B687F}" presName="text" presStyleLbl="fgAcc0" presStyleIdx="0" presStyleCnt="3">
        <dgm:presLayoutVars>
          <dgm:chPref val="3"/>
        </dgm:presLayoutVars>
      </dgm:prSet>
      <dgm:spPr/>
    </dgm:pt>
    <dgm:pt modelId="{67FEAB4E-2147-4B42-AB9F-6E65A686C700}" type="pres">
      <dgm:prSet presAssocID="{CF6D0120-5F5E-4B34-8D04-27B0D40B687F}" presName="hierChild2" presStyleCnt="0"/>
      <dgm:spPr/>
    </dgm:pt>
    <dgm:pt modelId="{00EADB23-6C36-4A42-8AD6-9E806C99EA5B}" type="pres">
      <dgm:prSet presAssocID="{50FC9340-857F-4623-BF7E-69B46E8386DB}" presName="hierRoot1" presStyleCnt="0"/>
      <dgm:spPr/>
    </dgm:pt>
    <dgm:pt modelId="{32DCA502-6E9B-0244-9767-32AB15DEF6F7}" type="pres">
      <dgm:prSet presAssocID="{50FC9340-857F-4623-BF7E-69B46E8386DB}" presName="composite" presStyleCnt="0"/>
      <dgm:spPr/>
    </dgm:pt>
    <dgm:pt modelId="{BB373968-2D75-844B-ACF2-50D35AED6721}" type="pres">
      <dgm:prSet presAssocID="{50FC9340-857F-4623-BF7E-69B46E8386DB}" presName="background" presStyleLbl="node0" presStyleIdx="1" presStyleCnt="3"/>
      <dgm:spPr/>
    </dgm:pt>
    <dgm:pt modelId="{3174C016-7D53-4446-9F25-C0B26A73AFC2}" type="pres">
      <dgm:prSet presAssocID="{50FC9340-857F-4623-BF7E-69B46E8386DB}" presName="text" presStyleLbl="fgAcc0" presStyleIdx="1" presStyleCnt="3">
        <dgm:presLayoutVars>
          <dgm:chPref val="3"/>
        </dgm:presLayoutVars>
      </dgm:prSet>
      <dgm:spPr/>
    </dgm:pt>
    <dgm:pt modelId="{3712F630-504A-B144-A4CD-3E4D5B450ABB}" type="pres">
      <dgm:prSet presAssocID="{50FC9340-857F-4623-BF7E-69B46E8386DB}" presName="hierChild2" presStyleCnt="0"/>
      <dgm:spPr/>
    </dgm:pt>
    <dgm:pt modelId="{7926E0CE-A7B8-A641-A2B3-E7219FFB5E43}" type="pres">
      <dgm:prSet presAssocID="{6ED23196-CA81-44BD-8071-656C3C82CB77}" presName="hierRoot1" presStyleCnt="0"/>
      <dgm:spPr/>
    </dgm:pt>
    <dgm:pt modelId="{5A5860D3-7E98-4A43-B5D1-05E80B3C4225}" type="pres">
      <dgm:prSet presAssocID="{6ED23196-CA81-44BD-8071-656C3C82CB77}" presName="composite" presStyleCnt="0"/>
      <dgm:spPr/>
    </dgm:pt>
    <dgm:pt modelId="{2FD4B90C-2842-7F4F-9B7C-CCFB61A1FFC6}" type="pres">
      <dgm:prSet presAssocID="{6ED23196-CA81-44BD-8071-656C3C82CB77}" presName="background" presStyleLbl="node0" presStyleIdx="2" presStyleCnt="3"/>
      <dgm:spPr/>
    </dgm:pt>
    <dgm:pt modelId="{AEE8FF8A-43E8-AF49-961B-0B463F903FD2}" type="pres">
      <dgm:prSet presAssocID="{6ED23196-CA81-44BD-8071-656C3C82CB77}" presName="text" presStyleLbl="fgAcc0" presStyleIdx="2" presStyleCnt="3">
        <dgm:presLayoutVars>
          <dgm:chPref val="3"/>
        </dgm:presLayoutVars>
      </dgm:prSet>
      <dgm:spPr/>
    </dgm:pt>
    <dgm:pt modelId="{6A78CB02-5A45-F346-9393-2CD730BB2E2E}" type="pres">
      <dgm:prSet presAssocID="{6ED23196-CA81-44BD-8071-656C3C82CB77}" presName="hierChild2" presStyleCnt="0"/>
      <dgm:spPr/>
    </dgm:pt>
  </dgm:ptLst>
  <dgm:cxnLst>
    <dgm:cxn modelId="{4207550D-686E-4424-B4A6-46770565FBCA}" srcId="{D69BC16F-9DD8-42CB-A0F0-08E30CB7FE43}" destId="{CF6D0120-5F5E-4B34-8D04-27B0D40B687F}" srcOrd="0" destOrd="0" parTransId="{DE25FE45-1880-47F8-800B-1F5E6C839B43}" sibTransId="{38F23658-CD8B-4FE8-B146-913CA84112AE}"/>
    <dgm:cxn modelId="{FF546E12-4D31-481D-9974-4885F3537E5C}" srcId="{D69BC16F-9DD8-42CB-A0F0-08E30CB7FE43}" destId="{6ED23196-CA81-44BD-8071-656C3C82CB77}" srcOrd="2" destOrd="0" parTransId="{9A861A59-3D14-492B-8BF4-F8AA6A39BE10}" sibTransId="{62AE16D7-31C6-47E4-809D-648ED0D321EE}"/>
    <dgm:cxn modelId="{8C45883E-208A-EB4C-BF91-E0BDF33F5D26}" type="presOf" srcId="{50FC9340-857F-4623-BF7E-69B46E8386DB}" destId="{3174C016-7D53-4446-9F25-C0B26A73AFC2}" srcOrd="0" destOrd="0" presId="urn:microsoft.com/office/officeart/2005/8/layout/hierarchy1"/>
    <dgm:cxn modelId="{D584EA65-D75A-114C-82B9-BBE53AD76537}" type="presOf" srcId="{6ED23196-CA81-44BD-8071-656C3C82CB77}" destId="{AEE8FF8A-43E8-AF49-961B-0B463F903FD2}" srcOrd="0" destOrd="0" presId="urn:microsoft.com/office/officeart/2005/8/layout/hierarchy1"/>
    <dgm:cxn modelId="{89762973-5013-4B27-AF02-995B507DA6C6}" srcId="{D69BC16F-9DD8-42CB-A0F0-08E30CB7FE43}" destId="{50FC9340-857F-4623-BF7E-69B46E8386DB}" srcOrd="1" destOrd="0" parTransId="{BA5F355F-72F4-490C-90C8-67FF09FD60AA}" sibTransId="{CF1EFC92-351C-41C9-A1DB-B1F4B7E5E1A4}"/>
    <dgm:cxn modelId="{40B822D7-CE8A-B24B-AEAD-9EB88123E0D3}" type="presOf" srcId="{CF6D0120-5F5E-4B34-8D04-27B0D40B687F}" destId="{72111747-F69A-954C-BAAF-A9503A271F80}" srcOrd="0" destOrd="0" presId="urn:microsoft.com/office/officeart/2005/8/layout/hierarchy1"/>
    <dgm:cxn modelId="{573F44D7-C05B-954B-B31F-E02D820605D1}" type="presOf" srcId="{D69BC16F-9DD8-42CB-A0F0-08E30CB7FE43}" destId="{463FBA0B-2368-E742-84E9-329050D82462}" srcOrd="0" destOrd="0" presId="urn:microsoft.com/office/officeart/2005/8/layout/hierarchy1"/>
    <dgm:cxn modelId="{A68BB52F-A907-8E49-984A-1959E2FB2F7E}" type="presParOf" srcId="{463FBA0B-2368-E742-84E9-329050D82462}" destId="{DD746DA5-D8AE-9D44-8DEF-AC12E2D2C00F}" srcOrd="0" destOrd="0" presId="urn:microsoft.com/office/officeart/2005/8/layout/hierarchy1"/>
    <dgm:cxn modelId="{60972C82-1E5F-2540-8DA3-D141D1B9B91C}" type="presParOf" srcId="{DD746DA5-D8AE-9D44-8DEF-AC12E2D2C00F}" destId="{E9D915E4-6DA1-074B-895B-F778AF39C3B5}" srcOrd="0" destOrd="0" presId="urn:microsoft.com/office/officeart/2005/8/layout/hierarchy1"/>
    <dgm:cxn modelId="{E3B7BCF8-8C1E-6C45-8AC4-BDD63B449A9D}" type="presParOf" srcId="{E9D915E4-6DA1-074B-895B-F778AF39C3B5}" destId="{077C3E4A-0E60-824C-BDF9-FEC043D55909}" srcOrd="0" destOrd="0" presId="urn:microsoft.com/office/officeart/2005/8/layout/hierarchy1"/>
    <dgm:cxn modelId="{7C47A228-4047-4840-BEF8-32ECC3F51BFE}" type="presParOf" srcId="{E9D915E4-6DA1-074B-895B-F778AF39C3B5}" destId="{72111747-F69A-954C-BAAF-A9503A271F80}" srcOrd="1" destOrd="0" presId="urn:microsoft.com/office/officeart/2005/8/layout/hierarchy1"/>
    <dgm:cxn modelId="{231C30F7-B263-724A-9895-DC611ABF6106}" type="presParOf" srcId="{DD746DA5-D8AE-9D44-8DEF-AC12E2D2C00F}" destId="{67FEAB4E-2147-4B42-AB9F-6E65A686C700}" srcOrd="1" destOrd="0" presId="urn:microsoft.com/office/officeart/2005/8/layout/hierarchy1"/>
    <dgm:cxn modelId="{E3A41ECA-B67B-0644-83DD-4DD0115035F6}" type="presParOf" srcId="{463FBA0B-2368-E742-84E9-329050D82462}" destId="{00EADB23-6C36-4A42-8AD6-9E806C99EA5B}" srcOrd="1" destOrd="0" presId="urn:microsoft.com/office/officeart/2005/8/layout/hierarchy1"/>
    <dgm:cxn modelId="{DE782EBF-8247-1A42-8CDB-324EB24CA217}" type="presParOf" srcId="{00EADB23-6C36-4A42-8AD6-9E806C99EA5B}" destId="{32DCA502-6E9B-0244-9767-32AB15DEF6F7}" srcOrd="0" destOrd="0" presId="urn:microsoft.com/office/officeart/2005/8/layout/hierarchy1"/>
    <dgm:cxn modelId="{9F57C1D8-949E-8842-9A00-6846E1884CAE}" type="presParOf" srcId="{32DCA502-6E9B-0244-9767-32AB15DEF6F7}" destId="{BB373968-2D75-844B-ACF2-50D35AED6721}" srcOrd="0" destOrd="0" presId="urn:microsoft.com/office/officeart/2005/8/layout/hierarchy1"/>
    <dgm:cxn modelId="{B26BC262-DF24-BF4C-B7DE-5C57C36135A6}" type="presParOf" srcId="{32DCA502-6E9B-0244-9767-32AB15DEF6F7}" destId="{3174C016-7D53-4446-9F25-C0B26A73AFC2}" srcOrd="1" destOrd="0" presId="urn:microsoft.com/office/officeart/2005/8/layout/hierarchy1"/>
    <dgm:cxn modelId="{3A3CF7C0-DEB5-E044-A58F-CC0280BAF17B}" type="presParOf" srcId="{00EADB23-6C36-4A42-8AD6-9E806C99EA5B}" destId="{3712F630-504A-B144-A4CD-3E4D5B450ABB}" srcOrd="1" destOrd="0" presId="urn:microsoft.com/office/officeart/2005/8/layout/hierarchy1"/>
    <dgm:cxn modelId="{702FD9EB-336D-4342-89C4-49B42F11D61F}" type="presParOf" srcId="{463FBA0B-2368-E742-84E9-329050D82462}" destId="{7926E0CE-A7B8-A641-A2B3-E7219FFB5E43}" srcOrd="2" destOrd="0" presId="urn:microsoft.com/office/officeart/2005/8/layout/hierarchy1"/>
    <dgm:cxn modelId="{041C5C05-FC67-0D46-B2D3-FB1D377D05F1}" type="presParOf" srcId="{7926E0CE-A7B8-A641-A2B3-E7219FFB5E43}" destId="{5A5860D3-7E98-4A43-B5D1-05E80B3C4225}" srcOrd="0" destOrd="0" presId="urn:microsoft.com/office/officeart/2005/8/layout/hierarchy1"/>
    <dgm:cxn modelId="{E7FA8223-4F5B-D143-A871-E7FEEBF57677}" type="presParOf" srcId="{5A5860D3-7E98-4A43-B5D1-05E80B3C4225}" destId="{2FD4B90C-2842-7F4F-9B7C-CCFB61A1FFC6}" srcOrd="0" destOrd="0" presId="urn:microsoft.com/office/officeart/2005/8/layout/hierarchy1"/>
    <dgm:cxn modelId="{C32D0271-22AB-9249-BB8B-355B1776865B}" type="presParOf" srcId="{5A5860D3-7E98-4A43-B5D1-05E80B3C4225}" destId="{AEE8FF8A-43E8-AF49-961B-0B463F903FD2}" srcOrd="1" destOrd="0" presId="urn:microsoft.com/office/officeart/2005/8/layout/hierarchy1"/>
    <dgm:cxn modelId="{DE7C6466-E950-F84C-8C60-BAFF43CCDFA1}" type="presParOf" srcId="{7926E0CE-A7B8-A641-A2B3-E7219FFB5E43}" destId="{6A78CB02-5A45-F346-9393-2CD730BB2E2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E87AF5-EF1A-4D83-B3DE-19114429F2C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3DECAD-F8E7-4EF2-9E65-8CA1BB3927EF}">
      <dgm:prSet/>
      <dgm:spPr/>
      <dgm:t>
        <a:bodyPr/>
        <a:lstStyle/>
        <a:p>
          <a:r>
            <a:rPr lang="en-US"/>
            <a:t>Confusion Matrices (SVM, Decision Tree)</a:t>
          </a:r>
        </a:p>
      </dgm:t>
    </dgm:pt>
    <dgm:pt modelId="{558259A8-2F3B-4850-B62A-9BE71D2A6C1C}" type="parTrans" cxnId="{9D5C60ED-8CDC-411E-9400-6DE53A379006}">
      <dgm:prSet/>
      <dgm:spPr/>
      <dgm:t>
        <a:bodyPr/>
        <a:lstStyle/>
        <a:p>
          <a:endParaRPr lang="en-US"/>
        </a:p>
      </dgm:t>
    </dgm:pt>
    <dgm:pt modelId="{F9BEF52A-D5C6-41D1-9CC7-F96B5E2707D4}" type="sibTrans" cxnId="{9D5C60ED-8CDC-411E-9400-6DE53A379006}">
      <dgm:prSet/>
      <dgm:spPr/>
      <dgm:t>
        <a:bodyPr/>
        <a:lstStyle/>
        <a:p>
          <a:endParaRPr lang="en-US"/>
        </a:p>
      </dgm:t>
    </dgm:pt>
    <dgm:pt modelId="{81A3CE68-5514-46A0-8EEA-01EC235801D7}">
      <dgm:prSet/>
      <dgm:spPr/>
      <dgm:t>
        <a:bodyPr/>
        <a:lstStyle/>
        <a:p>
          <a:r>
            <a:rPr lang="en-US"/>
            <a:t>ROC Curve (SVM, AUC = 1.00)</a:t>
          </a:r>
        </a:p>
      </dgm:t>
    </dgm:pt>
    <dgm:pt modelId="{64E130B7-81F4-4E8C-A479-471FC3F12D27}" type="parTrans" cxnId="{A1F11FC8-25B2-4297-8672-0E85FBA66306}">
      <dgm:prSet/>
      <dgm:spPr/>
      <dgm:t>
        <a:bodyPr/>
        <a:lstStyle/>
        <a:p>
          <a:endParaRPr lang="en-US"/>
        </a:p>
      </dgm:t>
    </dgm:pt>
    <dgm:pt modelId="{9B2ECE3F-E364-4B20-9695-5EDE1DAF5B6F}" type="sibTrans" cxnId="{A1F11FC8-25B2-4297-8672-0E85FBA66306}">
      <dgm:prSet/>
      <dgm:spPr/>
      <dgm:t>
        <a:bodyPr/>
        <a:lstStyle/>
        <a:p>
          <a:endParaRPr lang="en-US"/>
        </a:p>
      </dgm:t>
    </dgm:pt>
    <dgm:pt modelId="{5E81C70C-C9F1-4641-80E7-8B7DCC054C57}">
      <dgm:prSet/>
      <dgm:spPr/>
      <dgm:t>
        <a:bodyPr/>
        <a:lstStyle/>
        <a:p>
          <a:r>
            <a:rPr lang="en-US"/>
            <a:t>F1-Score Comparison Charts</a:t>
          </a:r>
        </a:p>
      </dgm:t>
    </dgm:pt>
    <dgm:pt modelId="{86C1E685-66C1-4842-8CE3-4AA3C30D79FC}" type="parTrans" cxnId="{1FA0B8F0-21FC-4A0A-BAB9-95A9045D1488}">
      <dgm:prSet/>
      <dgm:spPr/>
      <dgm:t>
        <a:bodyPr/>
        <a:lstStyle/>
        <a:p>
          <a:endParaRPr lang="en-US"/>
        </a:p>
      </dgm:t>
    </dgm:pt>
    <dgm:pt modelId="{E0D00F51-8ACA-4615-BAA1-0BD154DB1D71}" type="sibTrans" cxnId="{1FA0B8F0-21FC-4A0A-BAB9-95A9045D1488}">
      <dgm:prSet/>
      <dgm:spPr/>
      <dgm:t>
        <a:bodyPr/>
        <a:lstStyle/>
        <a:p>
          <a:endParaRPr lang="en-US"/>
        </a:p>
      </dgm:t>
    </dgm:pt>
    <dgm:pt modelId="{BCE0BA65-22AB-4B36-BB05-793308C60DD7}">
      <dgm:prSet/>
      <dgm:spPr/>
      <dgm:t>
        <a:bodyPr/>
        <a:lstStyle/>
        <a:p>
          <a:r>
            <a:rPr lang="en-US"/>
            <a:t>Training Time Comparison</a:t>
          </a:r>
        </a:p>
      </dgm:t>
    </dgm:pt>
    <dgm:pt modelId="{B7331CEC-B5C8-41C6-A252-F9C499125A96}" type="parTrans" cxnId="{D33F3F03-6EEF-481D-A3A2-17B9F922352F}">
      <dgm:prSet/>
      <dgm:spPr/>
      <dgm:t>
        <a:bodyPr/>
        <a:lstStyle/>
        <a:p>
          <a:endParaRPr lang="en-US"/>
        </a:p>
      </dgm:t>
    </dgm:pt>
    <dgm:pt modelId="{50463F0B-9A9D-48AF-AEFB-789BA3C1970A}" type="sibTrans" cxnId="{D33F3F03-6EEF-481D-A3A2-17B9F922352F}">
      <dgm:prSet/>
      <dgm:spPr/>
      <dgm:t>
        <a:bodyPr/>
        <a:lstStyle/>
        <a:p>
          <a:endParaRPr lang="en-US"/>
        </a:p>
      </dgm:t>
    </dgm:pt>
    <dgm:pt modelId="{86183B60-49D7-4F42-9603-11D9D8CD6F28}">
      <dgm:prSet/>
      <dgm:spPr/>
      <dgm:t>
        <a:bodyPr/>
        <a:lstStyle/>
        <a:p>
          <a:r>
            <a:rPr lang="en-US"/>
            <a:t>Learning Curves for overfitting analysis</a:t>
          </a:r>
        </a:p>
      </dgm:t>
    </dgm:pt>
    <dgm:pt modelId="{93C19208-5ED2-4AFE-A921-7BD121F80A7D}" type="parTrans" cxnId="{96E67887-6959-4089-A56F-704B8D5F3AB7}">
      <dgm:prSet/>
      <dgm:spPr/>
      <dgm:t>
        <a:bodyPr/>
        <a:lstStyle/>
        <a:p>
          <a:endParaRPr lang="en-US"/>
        </a:p>
      </dgm:t>
    </dgm:pt>
    <dgm:pt modelId="{844CC41B-8EAF-4CCD-9753-F78F2AEB7CB7}" type="sibTrans" cxnId="{96E67887-6959-4089-A56F-704B8D5F3AB7}">
      <dgm:prSet/>
      <dgm:spPr/>
      <dgm:t>
        <a:bodyPr/>
        <a:lstStyle/>
        <a:p>
          <a:endParaRPr lang="en-US"/>
        </a:p>
      </dgm:t>
    </dgm:pt>
    <dgm:pt modelId="{B94102D3-F19B-DA49-909F-A5235ABEEC79}" type="pres">
      <dgm:prSet presAssocID="{B1E87AF5-EF1A-4D83-B3DE-19114429F2C3}" presName="cycle" presStyleCnt="0">
        <dgm:presLayoutVars>
          <dgm:dir/>
          <dgm:resizeHandles val="exact"/>
        </dgm:presLayoutVars>
      </dgm:prSet>
      <dgm:spPr/>
    </dgm:pt>
    <dgm:pt modelId="{EB1FDACE-0FBB-3248-A588-2C6A0F0B9213}" type="pres">
      <dgm:prSet presAssocID="{BF3DECAD-F8E7-4EF2-9E65-8CA1BB3927EF}" presName="dummy" presStyleCnt="0"/>
      <dgm:spPr/>
    </dgm:pt>
    <dgm:pt modelId="{CB9B8263-B65A-9B42-A3C5-2A6C79495B87}" type="pres">
      <dgm:prSet presAssocID="{BF3DECAD-F8E7-4EF2-9E65-8CA1BB3927EF}" presName="node" presStyleLbl="revTx" presStyleIdx="0" presStyleCnt="5">
        <dgm:presLayoutVars>
          <dgm:bulletEnabled val="1"/>
        </dgm:presLayoutVars>
      </dgm:prSet>
      <dgm:spPr/>
    </dgm:pt>
    <dgm:pt modelId="{3C393A7E-C91D-DF40-99BF-90411966F9DB}" type="pres">
      <dgm:prSet presAssocID="{F9BEF52A-D5C6-41D1-9CC7-F96B5E2707D4}" presName="sibTrans" presStyleLbl="node1" presStyleIdx="0" presStyleCnt="5"/>
      <dgm:spPr/>
    </dgm:pt>
    <dgm:pt modelId="{1AF0D40B-CE97-B84F-93B9-8B2812171D60}" type="pres">
      <dgm:prSet presAssocID="{81A3CE68-5514-46A0-8EEA-01EC235801D7}" presName="dummy" presStyleCnt="0"/>
      <dgm:spPr/>
    </dgm:pt>
    <dgm:pt modelId="{25960276-6DC6-E642-BD20-CEC15543AE44}" type="pres">
      <dgm:prSet presAssocID="{81A3CE68-5514-46A0-8EEA-01EC235801D7}" presName="node" presStyleLbl="revTx" presStyleIdx="1" presStyleCnt="5">
        <dgm:presLayoutVars>
          <dgm:bulletEnabled val="1"/>
        </dgm:presLayoutVars>
      </dgm:prSet>
      <dgm:spPr/>
    </dgm:pt>
    <dgm:pt modelId="{CD4EB2B6-62D4-FC44-8781-B54EF15FF907}" type="pres">
      <dgm:prSet presAssocID="{9B2ECE3F-E364-4B20-9695-5EDE1DAF5B6F}" presName="sibTrans" presStyleLbl="node1" presStyleIdx="1" presStyleCnt="5"/>
      <dgm:spPr/>
    </dgm:pt>
    <dgm:pt modelId="{152078E3-4C58-074C-B780-8934E5393FD8}" type="pres">
      <dgm:prSet presAssocID="{5E81C70C-C9F1-4641-80E7-8B7DCC054C57}" presName="dummy" presStyleCnt="0"/>
      <dgm:spPr/>
    </dgm:pt>
    <dgm:pt modelId="{9E552BBC-7DC7-EA43-B53F-EAFC3F9AAFF4}" type="pres">
      <dgm:prSet presAssocID="{5E81C70C-C9F1-4641-80E7-8B7DCC054C57}" presName="node" presStyleLbl="revTx" presStyleIdx="2" presStyleCnt="5">
        <dgm:presLayoutVars>
          <dgm:bulletEnabled val="1"/>
        </dgm:presLayoutVars>
      </dgm:prSet>
      <dgm:spPr/>
    </dgm:pt>
    <dgm:pt modelId="{E845BE84-356E-204E-9E36-4A3B6806A56E}" type="pres">
      <dgm:prSet presAssocID="{E0D00F51-8ACA-4615-BAA1-0BD154DB1D71}" presName="sibTrans" presStyleLbl="node1" presStyleIdx="2" presStyleCnt="5"/>
      <dgm:spPr/>
    </dgm:pt>
    <dgm:pt modelId="{EE20E811-EAE9-1C4A-8492-BF0F6A6E2BC5}" type="pres">
      <dgm:prSet presAssocID="{BCE0BA65-22AB-4B36-BB05-793308C60DD7}" presName="dummy" presStyleCnt="0"/>
      <dgm:spPr/>
    </dgm:pt>
    <dgm:pt modelId="{735F04EE-8614-8648-A6A0-DC5810CFBA73}" type="pres">
      <dgm:prSet presAssocID="{BCE0BA65-22AB-4B36-BB05-793308C60DD7}" presName="node" presStyleLbl="revTx" presStyleIdx="3" presStyleCnt="5">
        <dgm:presLayoutVars>
          <dgm:bulletEnabled val="1"/>
        </dgm:presLayoutVars>
      </dgm:prSet>
      <dgm:spPr/>
    </dgm:pt>
    <dgm:pt modelId="{1F2557BE-3439-5741-85A2-A2766DCCFBB2}" type="pres">
      <dgm:prSet presAssocID="{50463F0B-9A9D-48AF-AEFB-789BA3C1970A}" presName="sibTrans" presStyleLbl="node1" presStyleIdx="3" presStyleCnt="5"/>
      <dgm:spPr/>
    </dgm:pt>
    <dgm:pt modelId="{7072EFFA-E162-724C-9F1A-6477B4B1FA6D}" type="pres">
      <dgm:prSet presAssocID="{86183B60-49D7-4F42-9603-11D9D8CD6F28}" presName="dummy" presStyleCnt="0"/>
      <dgm:spPr/>
    </dgm:pt>
    <dgm:pt modelId="{670B29F5-8CD2-6E4F-86AC-75EF7D9A397B}" type="pres">
      <dgm:prSet presAssocID="{86183B60-49D7-4F42-9603-11D9D8CD6F28}" presName="node" presStyleLbl="revTx" presStyleIdx="4" presStyleCnt="5">
        <dgm:presLayoutVars>
          <dgm:bulletEnabled val="1"/>
        </dgm:presLayoutVars>
      </dgm:prSet>
      <dgm:spPr/>
    </dgm:pt>
    <dgm:pt modelId="{818B225C-6E4D-3041-99ED-16BD6D5E27E1}" type="pres">
      <dgm:prSet presAssocID="{844CC41B-8EAF-4CCD-9753-F78F2AEB7CB7}" presName="sibTrans" presStyleLbl="node1" presStyleIdx="4" presStyleCnt="5"/>
      <dgm:spPr/>
    </dgm:pt>
  </dgm:ptLst>
  <dgm:cxnLst>
    <dgm:cxn modelId="{D33F3F03-6EEF-481D-A3A2-17B9F922352F}" srcId="{B1E87AF5-EF1A-4D83-B3DE-19114429F2C3}" destId="{BCE0BA65-22AB-4B36-BB05-793308C60DD7}" srcOrd="3" destOrd="0" parTransId="{B7331CEC-B5C8-41C6-A252-F9C499125A96}" sibTransId="{50463F0B-9A9D-48AF-AEFB-789BA3C1970A}"/>
    <dgm:cxn modelId="{F2E7250A-E7FA-6541-9125-1F2342687355}" type="presOf" srcId="{B1E87AF5-EF1A-4D83-B3DE-19114429F2C3}" destId="{B94102D3-F19B-DA49-909F-A5235ABEEC79}" srcOrd="0" destOrd="0" presId="urn:microsoft.com/office/officeart/2005/8/layout/cycle1"/>
    <dgm:cxn modelId="{FB4EBB15-0ADB-094D-B297-EC1B58E1F797}" type="presOf" srcId="{50463F0B-9A9D-48AF-AEFB-789BA3C1970A}" destId="{1F2557BE-3439-5741-85A2-A2766DCCFBB2}" srcOrd="0" destOrd="0" presId="urn:microsoft.com/office/officeart/2005/8/layout/cycle1"/>
    <dgm:cxn modelId="{6F3E6322-9CFA-4C4C-BA23-320F80ACAA13}" type="presOf" srcId="{81A3CE68-5514-46A0-8EEA-01EC235801D7}" destId="{25960276-6DC6-E642-BD20-CEC15543AE44}" srcOrd="0" destOrd="0" presId="urn:microsoft.com/office/officeart/2005/8/layout/cycle1"/>
    <dgm:cxn modelId="{BE62BF3C-1353-B245-A0EA-753E43EAD181}" type="presOf" srcId="{BCE0BA65-22AB-4B36-BB05-793308C60DD7}" destId="{735F04EE-8614-8648-A6A0-DC5810CFBA73}" srcOrd="0" destOrd="0" presId="urn:microsoft.com/office/officeart/2005/8/layout/cycle1"/>
    <dgm:cxn modelId="{A832E03E-7216-8E4B-8CEC-D0C1690FF3B1}" type="presOf" srcId="{844CC41B-8EAF-4CCD-9753-F78F2AEB7CB7}" destId="{818B225C-6E4D-3041-99ED-16BD6D5E27E1}" srcOrd="0" destOrd="0" presId="urn:microsoft.com/office/officeart/2005/8/layout/cycle1"/>
    <dgm:cxn modelId="{271F5B4C-051C-8742-95D9-4A29AD819A7F}" type="presOf" srcId="{9B2ECE3F-E364-4B20-9695-5EDE1DAF5B6F}" destId="{CD4EB2B6-62D4-FC44-8781-B54EF15FF907}" srcOrd="0" destOrd="0" presId="urn:microsoft.com/office/officeart/2005/8/layout/cycle1"/>
    <dgm:cxn modelId="{96E67887-6959-4089-A56F-704B8D5F3AB7}" srcId="{B1E87AF5-EF1A-4D83-B3DE-19114429F2C3}" destId="{86183B60-49D7-4F42-9603-11D9D8CD6F28}" srcOrd="4" destOrd="0" parTransId="{93C19208-5ED2-4AFE-A921-7BD121F80A7D}" sibTransId="{844CC41B-8EAF-4CCD-9753-F78F2AEB7CB7}"/>
    <dgm:cxn modelId="{2DFD329F-5B5D-5C42-84D5-7778E53F5422}" type="presOf" srcId="{5E81C70C-C9F1-4641-80E7-8B7DCC054C57}" destId="{9E552BBC-7DC7-EA43-B53F-EAFC3F9AAFF4}" srcOrd="0" destOrd="0" presId="urn:microsoft.com/office/officeart/2005/8/layout/cycle1"/>
    <dgm:cxn modelId="{E7C1B3A6-7C14-614D-BA00-EA51237C96E9}" type="presOf" srcId="{86183B60-49D7-4F42-9603-11D9D8CD6F28}" destId="{670B29F5-8CD2-6E4F-86AC-75EF7D9A397B}" srcOrd="0" destOrd="0" presId="urn:microsoft.com/office/officeart/2005/8/layout/cycle1"/>
    <dgm:cxn modelId="{43186BC0-70BD-8044-A9FB-1B267DF6E671}" type="presOf" srcId="{BF3DECAD-F8E7-4EF2-9E65-8CA1BB3927EF}" destId="{CB9B8263-B65A-9B42-A3C5-2A6C79495B87}" srcOrd="0" destOrd="0" presId="urn:microsoft.com/office/officeart/2005/8/layout/cycle1"/>
    <dgm:cxn modelId="{BD0307C8-7746-684D-AEA8-1258600A962B}" type="presOf" srcId="{E0D00F51-8ACA-4615-BAA1-0BD154DB1D71}" destId="{E845BE84-356E-204E-9E36-4A3B6806A56E}" srcOrd="0" destOrd="0" presId="urn:microsoft.com/office/officeart/2005/8/layout/cycle1"/>
    <dgm:cxn modelId="{A1F11FC8-25B2-4297-8672-0E85FBA66306}" srcId="{B1E87AF5-EF1A-4D83-B3DE-19114429F2C3}" destId="{81A3CE68-5514-46A0-8EEA-01EC235801D7}" srcOrd="1" destOrd="0" parTransId="{64E130B7-81F4-4E8C-A479-471FC3F12D27}" sibTransId="{9B2ECE3F-E364-4B20-9695-5EDE1DAF5B6F}"/>
    <dgm:cxn modelId="{A79702DC-1E7A-C74F-9A8E-621FAA62AF2C}" type="presOf" srcId="{F9BEF52A-D5C6-41D1-9CC7-F96B5E2707D4}" destId="{3C393A7E-C91D-DF40-99BF-90411966F9DB}" srcOrd="0" destOrd="0" presId="urn:microsoft.com/office/officeart/2005/8/layout/cycle1"/>
    <dgm:cxn modelId="{9D5C60ED-8CDC-411E-9400-6DE53A379006}" srcId="{B1E87AF5-EF1A-4D83-B3DE-19114429F2C3}" destId="{BF3DECAD-F8E7-4EF2-9E65-8CA1BB3927EF}" srcOrd="0" destOrd="0" parTransId="{558259A8-2F3B-4850-B62A-9BE71D2A6C1C}" sibTransId="{F9BEF52A-D5C6-41D1-9CC7-F96B5E2707D4}"/>
    <dgm:cxn modelId="{1FA0B8F0-21FC-4A0A-BAB9-95A9045D1488}" srcId="{B1E87AF5-EF1A-4D83-B3DE-19114429F2C3}" destId="{5E81C70C-C9F1-4641-80E7-8B7DCC054C57}" srcOrd="2" destOrd="0" parTransId="{86C1E685-66C1-4842-8CE3-4AA3C30D79FC}" sibTransId="{E0D00F51-8ACA-4615-BAA1-0BD154DB1D71}"/>
    <dgm:cxn modelId="{C4C1E15A-C832-D44C-BC77-FED193B72857}" type="presParOf" srcId="{B94102D3-F19B-DA49-909F-A5235ABEEC79}" destId="{EB1FDACE-0FBB-3248-A588-2C6A0F0B9213}" srcOrd="0" destOrd="0" presId="urn:microsoft.com/office/officeart/2005/8/layout/cycle1"/>
    <dgm:cxn modelId="{B8E0AEAD-96BF-1A42-BEBA-C1C35C5B7E2B}" type="presParOf" srcId="{B94102D3-F19B-DA49-909F-A5235ABEEC79}" destId="{CB9B8263-B65A-9B42-A3C5-2A6C79495B87}" srcOrd="1" destOrd="0" presId="urn:microsoft.com/office/officeart/2005/8/layout/cycle1"/>
    <dgm:cxn modelId="{75734254-4B4E-CD44-885D-ECEE3855C31E}" type="presParOf" srcId="{B94102D3-F19B-DA49-909F-A5235ABEEC79}" destId="{3C393A7E-C91D-DF40-99BF-90411966F9DB}" srcOrd="2" destOrd="0" presId="urn:microsoft.com/office/officeart/2005/8/layout/cycle1"/>
    <dgm:cxn modelId="{AF6B6860-6DCE-7E4E-BE30-C7B303B95D79}" type="presParOf" srcId="{B94102D3-F19B-DA49-909F-A5235ABEEC79}" destId="{1AF0D40B-CE97-B84F-93B9-8B2812171D60}" srcOrd="3" destOrd="0" presId="urn:microsoft.com/office/officeart/2005/8/layout/cycle1"/>
    <dgm:cxn modelId="{B962811A-340A-244A-A72C-D2A166DD8589}" type="presParOf" srcId="{B94102D3-F19B-DA49-909F-A5235ABEEC79}" destId="{25960276-6DC6-E642-BD20-CEC15543AE44}" srcOrd="4" destOrd="0" presId="urn:microsoft.com/office/officeart/2005/8/layout/cycle1"/>
    <dgm:cxn modelId="{5F664DCA-3014-CD42-AEEA-C635BBFC2839}" type="presParOf" srcId="{B94102D3-F19B-DA49-909F-A5235ABEEC79}" destId="{CD4EB2B6-62D4-FC44-8781-B54EF15FF907}" srcOrd="5" destOrd="0" presId="urn:microsoft.com/office/officeart/2005/8/layout/cycle1"/>
    <dgm:cxn modelId="{1BE07CA3-57F8-624D-9D24-44CC3AA7C236}" type="presParOf" srcId="{B94102D3-F19B-DA49-909F-A5235ABEEC79}" destId="{152078E3-4C58-074C-B780-8934E5393FD8}" srcOrd="6" destOrd="0" presId="urn:microsoft.com/office/officeart/2005/8/layout/cycle1"/>
    <dgm:cxn modelId="{8757DBE8-AAFB-C44A-B1B0-D51C472F2879}" type="presParOf" srcId="{B94102D3-F19B-DA49-909F-A5235ABEEC79}" destId="{9E552BBC-7DC7-EA43-B53F-EAFC3F9AAFF4}" srcOrd="7" destOrd="0" presId="urn:microsoft.com/office/officeart/2005/8/layout/cycle1"/>
    <dgm:cxn modelId="{682B58DB-DC39-1341-BD19-1ADF8BFEB0ED}" type="presParOf" srcId="{B94102D3-F19B-DA49-909F-A5235ABEEC79}" destId="{E845BE84-356E-204E-9E36-4A3B6806A56E}" srcOrd="8" destOrd="0" presId="urn:microsoft.com/office/officeart/2005/8/layout/cycle1"/>
    <dgm:cxn modelId="{0580B655-EC08-9C4B-AB99-558C30C64799}" type="presParOf" srcId="{B94102D3-F19B-DA49-909F-A5235ABEEC79}" destId="{EE20E811-EAE9-1C4A-8492-BF0F6A6E2BC5}" srcOrd="9" destOrd="0" presId="urn:microsoft.com/office/officeart/2005/8/layout/cycle1"/>
    <dgm:cxn modelId="{9CDACD83-10CC-E94D-BB96-0381AE465A88}" type="presParOf" srcId="{B94102D3-F19B-DA49-909F-A5235ABEEC79}" destId="{735F04EE-8614-8648-A6A0-DC5810CFBA73}" srcOrd="10" destOrd="0" presId="urn:microsoft.com/office/officeart/2005/8/layout/cycle1"/>
    <dgm:cxn modelId="{E503BB13-7D8E-BC48-A500-D704DDB784BC}" type="presParOf" srcId="{B94102D3-F19B-DA49-909F-A5235ABEEC79}" destId="{1F2557BE-3439-5741-85A2-A2766DCCFBB2}" srcOrd="11" destOrd="0" presId="urn:microsoft.com/office/officeart/2005/8/layout/cycle1"/>
    <dgm:cxn modelId="{88F638FB-C775-FB49-91A3-FDF0367EA941}" type="presParOf" srcId="{B94102D3-F19B-DA49-909F-A5235ABEEC79}" destId="{7072EFFA-E162-724C-9F1A-6477B4B1FA6D}" srcOrd="12" destOrd="0" presId="urn:microsoft.com/office/officeart/2005/8/layout/cycle1"/>
    <dgm:cxn modelId="{3EC0BBC0-356D-EB46-8994-BE1539C54C48}" type="presParOf" srcId="{B94102D3-F19B-DA49-909F-A5235ABEEC79}" destId="{670B29F5-8CD2-6E4F-86AC-75EF7D9A397B}" srcOrd="13" destOrd="0" presId="urn:microsoft.com/office/officeart/2005/8/layout/cycle1"/>
    <dgm:cxn modelId="{F2C4CD6D-1B44-4A4E-A530-AAA7CA072920}" type="presParOf" srcId="{B94102D3-F19B-DA49-909F-A5235ABEEC79}" destId="{818B225C-6E4D-3041-99ED-16BD6D5E27E1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673E84-4DE0-40DF-BD90-1C6F7D736A0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CB88B9-1DAA-426B-9232-6D2FA82EAD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performance is data-dependent</a:t>
          </a:r>
        </a:p>
      </dgm:t>
    </dgm:pt>
    <dgm:pt modelId="{F3753FD2-3886-42E7-9520-15B72910EBAB}" type="parTrans" cxnId="{DD610E30-118A-49FA-8CAD-741368E5A46F}">
      <dgm:prSet/>
      <dgm:spPr/>
      <dgm:t>
        <a:bodyPr/>
        <a:lstStyle/>
        <a:p>
          <a:endParaRPr lang="en-US"/>
        </a:p>
      </dgm:t>
    </dgm:pt>
    <dgm:pt modelId="{61B80E29-17AF-4EA6-A297-FBF6ACAC7889}" type="sibTrans" cxnId="{DD610E30-118A-49FA-8CAD-741368E5A46F}">
      <dgm:prSet/>
      <dgm:spPr/>
      <dgm:t>
        <a:bodyPr/>
        <a:lstStyle/>
        <a:p>
          <a:endParaRPr lang="en-US"/>
        </a:p>
      </dgm:t>
    </dgm:pt>
    <dgm:pt modelId="{E67AF9E7-29C4-4066-800E-61CF8C3AE8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Preprocessing has a major impact</a:t>
          </a:r>
        </a:p>
      </dgm:t>
    </dgm:pt>
    <dgm:pt modelId="{2A91290C-D379-4371-ADEB-B36220F93ABD}" type="parTrans" cxnId="{08FAE871-41A1-4C7A-AA4C-1532B44E4FAD}">
      <dgm:prSet/>
      <dgm:spPr/>
      <dgm:t>
        <a:bodyPr/>
        <a:lstStyle/>
        <a:p>
          <a:endParaRPr lang="en-US"/>
        </a:p>
      </dgm:t>
    </dgm:pt>
    <dgm:pt modelId="{72F0B10D-35CA-4C23-8948-A9E6929B7820}" type="sibTrans" cxnId="{08FAE871-41A1-4C7A-AA4C-1532B44E4FAD}">
      <dgm:prSet/>
      <dgm:spPr/>
      <dgm:t>
        <a:bodyPr/>
        <a:lstStyle/>
        <a:p>
          <a:endParaRPr lang="en-US"/>
        </a:p>
      </dgm:t>
    </dgm:pt>
    <dgm:pt modelId="{8EA557ED-7150-452E-AE22-96352B7253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SVM best for text; RF best for structured data</a:t>
          </a:r>
        </a:p>
      </dgm:t>
    </dgm:pt>
    <dgm:pt modelId="{31C90835-4331-4582-AC6E-113E7D657AE7}" type="parTrans" cxnId="{E21599A2-33F3-413E-9FAD-7124731F1F64}">
      <dgm:prSet/>
      <dgm:spPr/>
      <dgm:t>
        <a:bodyPr/>
        <a:lstStyle/>
        <a:p>
          <a:endParaRPr lang="en-US"/>
        </a:p>
      </dgm:t>
    </dgm:pt>
    <dgm:pt modelId="{7537C60B-54E0-47B7-9DA4-A953DC8EC989}" type="sibTrans" cxnId="{E21599A2-33F3-413E-9FAD-7124731F1F64}">
      <dgm:prSet/>
      <dgm:spPr/>
      <dgm:t>
        <a:bodyPr/>
        <a:lstStyle/>
        <a:p>
          <a:endParaRPr lang="en-US"/>
        </a:p>
      </dgm:t>
    </dgm:pt>
    <dgm:pt modelId="{2333AD25-3BE9-458A-B025-F70A99C528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Hyperparameter tuning improves generalization</a:t>
          </a:r>
        </a:p>
      </dgm:t>
    </dgm:pt>
    <dgm:pt modelId="{FAAA69FD-818A-4A93-AF7A-C4AF9C0A734B}" type="parTrans" cxnId="{8B8620B9-A952-425F-ABA2-75466C089806}">
      <dgm:prSet/>
      <dgm:spPr/>
      <dgm:t>
        <a:bodyPr/>
        <a:lstStyle/>
        <a:p>
          <a:endParaRPr lang="en-US"/>
        </a:p>
      </dgm:t>
    </dgm:pt>
    <dgm:pt modelId="{A994585E-A45E-43EE-B490-C8AF82E1672F}" type="sibTrans" cxnId="{8B8620B9-A952-425F-ABA2-75466C089806}">
      <dgm:prSet/>
      <dgm:spPr/>
      <dgm:t>
        <a:bodyPr/>
        <a:lstStyle/>
        <a:p>
          <a:endParaRPr lang="en-US"/>
        </a:p>
      </dgm:t>
    </dgm:pt>
    <dgm:pt modelId="{C6A6091E-321B-4960-A520-48E8BB1F3BB5}" type="pres">
      <dgm:prSet presAssocID="{E7673E84-4DE0-40DF-BD90-1C6F7D736A05}" presName="root" presStyleCnt="0">
        <dgm:presLayoutVars>
          <dgm:dir/>
          <dgm:resizeHandles val="exact"/>
        </dgm:presLayoutVars>
      </dgm:prSet>
      <dgm:spPr/>
    </dgm:pt>
    <dgm:pt modelId="{6822412D-60D9-4892-9FB2-15CFE16A8238}" type="pres">
      <dgm:prSet presAssocID="{48CB88B9-1DAA-426B-9232-6D2FA82EAD41}" presName="compNode" presStyleCnt="0"/>
      <dgm:spPr/>
    </dgm:pt>
    <dgm:pt modelId="{D4516EE2-8A6A-4B5B-9ACE-3E14E9E20533}" type="pres">
      <dgm:prSet presAssocID="{48CB88B9-1DAA-426B-9232-6D2FA82EAD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AC0951D-C114-49D3-809F-1F160CFCA838}" type="pres">
      <dgm:prSet presAssocID="{48CB88B9-1DAA-426B-9232-6D2FA82EAD41}" presName="spaceRect" presStyleCnt="0"/>
      <dgm:spPr/>
    </dgm:pt>
    <dgm:pt modelId="{B99AEFAF-BDE0-448F-B0AE-AD6B4E4B22A6}" type="pres">
      <dgm:prSet presAssocID="{48CB88B9-1DAA-426B-9232-6D2FA82EAD41}" presName="textRect" presStyleLbl="revTx" presStyleIdx="0" presStyleCnt="4">
        <dgm:presLayoutVars>
          <dgm:chMax val="1"/>
          <dgm:chPref val="1"/>
        </dgm:presLayoutVars>
      </dgm:prSet>
      <dgm:spPr/>
    </dgm:pt>
    <dgm:pt modelId="{25F1F9C2-FEFE-499C-BB7F-3007BC59A40B}" type="pres">
      <dgm:prSet presAssocID="{61B80E29-17AF-4EA6-A297-FBF6ACAC7889}" presName="sibTrans" presStyleCnt="0"/>
      <dgm:spPr/>
    </dgm:pt>
    <dgm:pt modelId="{2A7C3514-2C48-4F41-89D8-F646F43E7EAE}" type="pres">
      <dgm:prSet presAssocID="{E67AF9E7-29C4-4066-800E-61CF8C3AE8AF}" presName="compNode" presStyleCnt="0"/>
      <dgm:spPr/>
    </dgm:pt>
    <dgm:pt modelId="{3716FF0D-0374-4FC0-BB26-EA07F65180A3}" type="pres">
      <dgm:prSet presAssocID="{E67AF9E7-29C4-4066-800E-61CF8C3AE8A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56B0BDA-FADB-4CA8-96AC-F94225B7B004}" type="pres">
      <dgm:prSet presAssocID="{E67AF9E7-29C4-4066-800E-61CF8C3AE8AF}" presName="spaceRect" presStyleCnt="0"/>
      <dgm:spPr/>
    </dgm:pt>
    <dgm:pt modelId="{7BFCB149-DFD0-40F0-A1E9-58EC121844BE}" type="pres">
      <dgm:prSet presAssocID="{E67AF9E7-29C4-4066-800E-61CF8C3AE8AF}" presName="textRect" presStyleLbl="revTx" presStyleIdx="1" presStyleCnt="4">
        <dgm:presLayoutVars>
          <dgm:chMax val="1"/>
          <dgm:chPref val="1"/>
        </dgm:presLayoutVars>
      </dgm:prSet>
      <dgm:spPr/>
    </dgm:pt>
    <dgm:pt modelId="{160BC174-A5F0-47B0-B1B9-9A21CE5A5368}" type="pres">
      <dgm:prSet presAssocID="{72F0B10D-35CA-4C23-8948-A9E6929B7820}" presName="sibTrans" presStyleCnt="0"/>
      <dgm:spPr/>
    </dgm:pt>
    <dgm:pt modelId="{2961ED8B-04DB-47CE-AF38-B0B9951FDB70}" type="pres">
      <dgm:prSet presAssocID="{8EA557ED-7150-452E-AE22-96352B725343}" presName="compNode" presStyleCnt="0"/>
      <dgm:spPr/>
    </dgm:pt>
    <dgm:pt modelId="{9EAF2E58-374A-4422-A036-5BBBF41EDD0D}" type="pres">
      <dgm:prSet presAssocID="{8EA557ED-7150-452E-AE22-96352B72534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810014B-1B66-4185-891C-044FF3D20FFA}" type="pres">
      <dgm:prSet presAssocID="{8EA557ED-7150-452E-AE22-96352B725343}" presName="spaceRect" presStyleCnt="0"/>
      <dgm:spPr/>
    </dgm:pt>
    <dgm:pt modelId="{FC8427A0-9E0E-4D88-9DE7-A4E39ED821EC}" type="pres">
      <dgm:prSet presAssocID="{8EA557ED-7150-452E-AE22-96352B725343}" presName="textRect" presStyleLbl="revTx" presStyleIdx="2" presStyleCnt="4">
        <dgm:presLayoutVars>
          <dgm:chMax val="1"/>
          <dgm:chPref val="1"/>
        </dgm:presLayoutVars>
      </dgm:prSet>
      <dgm:spPr/>
    </dgm:pt>
    <dgm:pt modelId="{BF062C34-180C-4D63-BE46-6915FAB2E313}" type="pres">
      <dgm:prSet presAssocID="{7537C60B-54E0-47B7-9DA4-A953DC8EC989}" presName="sibTrans" presStyleCnt="0"/>
      <dgm:spPr/>
    </dgm:pt>
    <dgm:pt modelId="{9293AF65-3E5D-43CE-ACD8-5AB10FF7397C}" type="pres">
      <dgm:prSet presAssocID="{2333AD25-3BE9-458A-B025-F70A99C528D3}" presName="compNode" presStyleCnt="0"/>
      <dgm:spPr/>
    </dgm:pt>
    <dgm:pt modelId="{40799509-5CCE-4B69-8579-4FA004253E86}" type="pres">
      <dgm:prSet presAssocID="{2333AD25-3BE9-458A-B025-F70A99C528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96BF718-F1DA-4D61-9384-15F3A845A826}" type="pres">
      <dgm:prSet presAssocID="{2333AD25-3BE9-458A-B025-F70A99C528D3}" presName="spaceRect" presStyleCnt="0"/>
      <dgm:spPr/>
    </dgm:pt>
    <dgm:pt modelId="{C6D2F932-06BA-40D4-86E6-8A4CBAD80A2F}" type="pres">
      <dgm:prSet presAssocID="{2333AD25-3BE9-458A-B025-F70A99C528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E2F5122-2B20-4C8B-A837-D0E6E3A263D9}" type="presOf" srcId="{8EA557ED-7150-452E-AE22-96352B725343}" destId="{FC8427A0-9E0E-4D88-9DE7-A4E39ED821EC}" srcOrd="0" destOrd="0" presId="urn:microsoft.com/office/officeart/2018/2/layout/IconLabelList"/>
    <dgm:cxn modelId="{DD610E30-118A-49FA-8CAD-741368E5A46F}" srcId="{E7673E84-4DE0-40DF-BD90-1C6F7D736A05}" destId="{48CB88B9-1DAA-426B-9232-6D2FA82EAD41}" srcOrd="0" destOrd="0" parTransId="{F3753FD2-3886-42E7-9520-15B72910EBAB}" sibTransId="{61B80E29-17AF-4EA6-A297-FBF6ACAC7889}"/>
    <dgm:cxn modelId="{83F5B662-1DD6-43D2-95E0-F8554A5A2B9C}" type="presOf" srcId="{2333AD25-3BE9-458A-B025-F70A99C528D3}" destId="{C6D2F932-06BA-40D4-86E6-8A4CBAD80A2F}" srcOrd="0" destOrd="0" presId="urn:microsoft.com/office/officeart/2018/2/layout/IconLabelList"/>
    <dgm:cxn modelId="{08FAE871-41A1-4C7A-AA4C-1532B44E4FAD}" srcId="{E7673E84-4DE0-40DF-BD90-1C6F7D736A05}" destId="{E67AF9E7-29C4-4066-800E-61CF8C3AE8AF}" srcOrd="1" destOrd="0" parTransId="{2A91290C-D379-4371-ADEB-B36220F93ABD}" sibTransId="{72F0B10D-35CA-4C23-8948-A9E6929B7820}"/>
    <dgm:cxn modelId="{7017959D-A8B6-416A-8C9A-DC97509802E2}" type="presOf" srcId="{E7673E84-4DE0-40DF-BD90-1C6F7D736A05}" destId="{C6A6091E-321B-4960-A520-48E8BB1F3BB5}" srcOrd="0" destOrd="0" presId="urn:microsoft.com/office/officeart/2018/2/layout/IconLabelList"/>
    <dgm:cxn modelId="{E21599A2-33F3-413E-9FAD-7124731F1F64}" srcId="{E7673E84-4DE0-40DF-BD90-1C6F7D736A05}" destId="{8EA557ED-7150-452E-AE22-96352B725343}" srcOrd="2" destOrd="0" parTransId="{31C90835-4331-4582-AC6E-113E7D657AE7}" sibTransId="{7537C60B-54E0-47B7-9DA4-A953DC8EC989}"/>
    <dgm:cxn modelId="{8B8620B9-A952-425F-ABA2-75466C089806}" srcId="{E7673E84-4DE0-40DF-BD90-1C6F7D736A05}" destId="{2333AD25-3BE9-458A-B025-F70A99C528D3}" srcOrd="3" destOrd="0" parTransId="{FAAA69FD-818A-4A93-AF7A-C4AF9C0A734B}" sibTransId="{A994585E-A45E-43EE-B490-C8AF82E1672F}"/>
    <dgm:cxn modelId="{4919BEB9-5707-447E-9630-A37B58F7892E}" type="presOf" srcId="{E67AF9E7-29C4-4066-800E-61CF8C3AE8AF}" destId="{7BFCB149-DFD0-40F0-A1E9-58EC121844BE}" srcOrd="0" destOrd="0" presId="urn:microsoft.com/office/officeart/2018/2/layout/IconLabelList"/>
    <dgm:cxn modelId="{20E1D1E0-5368-45E2-B9AB-DA7934D97D93}" type="presOf" srcId="{48CB88B9-1DAA-426B-9232-6D2FA82EAD41}" destId="{B99AEFAF-BDE0-448F-B0AE-AD6B4E4B22A6}" srcOrd="0" destOrd="0" presId="urn:microsoft.com/office/officeart/2018/2/layout/IconLabelList"/>
    <dgm:cxn modelId="{9D7EBC81-1478-4468-9C06-55C79BF68E23}" type="presParOf" srcId="{C6A6091E-321B-4960-A520-48E8BB1F3BB5}" destId="{6822412D-60D9-4892-9FB2-15CFE16A8238}" srcOrd="0" destOrd="0" presId="urn:microsoft.com/office/officeart/2018/2/layout/IconLabelList"/>
    <dgm:cxn modelId="{387C0844-E0CA-4D7E-8488-3ACCC288F576}" type="presParOf" srcId="{6822412D-60D9-4892-9FB2-15CFE16A8238}" destId="{D4516EE2-8A6A-4B5B-9ACE-3E14E9E20533}" srcOrd="0" destOrd="0" presId="urn:microsoft.com/office/officeart/2018/2/layout/IconLabelList"/>
    <dgm:cxn modelId="{1F12C3FB-F3A0-4298-949A-9D0A6C064F7A}" type="presParOf" srcId="{6822412D-60D9-4892-9FB2-15CFE16A8238}" destId="{DAC0951D-C114-49D3-809F-1F160CFCA838}" srcOrd="1" destOrd="0" presId="urn:microsoft.com/office/officeart/2018/2/layout/IconLabelList"/>
    <dgm:cxn modelId="{E4B4DA94-2E7D-4981-9257-7E26CF30CFFF}" type="presParOf" srcId="{6822412D-60D9-4892-9FB2-15CFE16A8238}" destId="{B99AEFAF-BDE0-448F-B0AE-AD6B4E4B22A6}" srcOrd="2" destOrd="0" presId="urn:microsoft.com/office/officeart/2018/2/layout/IconLabelList"/>
    <dgm:cxn modelId="{7BF95A37-6F79-400B-95B5-ECBFE316E104}" type="presParOf" srcId="{C6A6091E-321B-4960-A520-48E8BB1F3BB5}" destId="{25F1F9C2-FEFE-499C-BB7F-3007BC59A40B}" srcOrd="1" destOrd="0" presId="urn:microsoft.com/office/officeart/2018/2/layout/IconLabelList"/>
    <dgm:cxn modelId="{EF9D7955-585B-4C16-8DD8-B704111712BD}" type="presParOf" srcId="{C6A6091E-321B-4960-A520-48E8BB1F3BB5}" destId="{2A7C3514-2C48-4F41-89D8-F646F43E7EAE}" srcOrd="2" destOrd="0" presId="urn:microsoft.com/office/officeart/2018/2/layout/IconLabelList"/>
    <dgm:cxn modelId="{30C7A400-2790-4776-A3DF-BF96154CB352}" type="presParOf" srcId="{2A7C3514-2C48-4F41-89D8-F646F43E7EAE}" destId="{3716FF0D-0374-4FC0-BB26-EA07F65180A3}" srcOrd="0" destOrd="0" presId="urn:microsoft.com/office/officeart/2018/2/layout/IconLabelList"/>
    <dgm:cxn modelId="{FBCDAD8C-82E2-4F4E-8426-E8222B59695E}" type="presParOf" srcId="{2A7C3514-2C48-4F41-89D8-F646F43E7EAE}" destId="{756B0BDA-FADB-4CA8-96AC-F94225B7B004}" srcOrd="1" destOrd="0" presId="urn:microsoft.com/office/officeart/2018/2/layout/IconLabelList"/>
    <dgm:cxn modelId="{976F1A34-A393-46A9-AA24-9CFB707C2AFD}" type="presParOf" srcId="{2A7C3514-2C48-4F41-89D8-F646F43E7EAE}" destId="{7BFCB149-DFD0-40F0-A1E9-58EC121844BE}" srcOrd="2" destOrd="0" presId="urn:microsoft.com/office/officeart/2018/2/layout/IconLabelList"/>
    <dgm:cxn modelId="{738663ED-F418-4797-8662-258B0F63AA31}" type="presParOf" srcId="{C6A6091E-321B-4960-A520-48E8BB1F3BB5}" destId="{160BC174-A5F0-47B0-B1B9-9A21CE5A5368}" srcOrd="3" destOrd="0" presId="urn:microsoft.com/office/officeart/2018/2/layout/IconLabelList"/>
    <dgm:cxn modelId="{B051C401-594F-461C-A290-273B86720AD7}" type="presParOf" srcId="{C6A6091E-321B-4960-A520-48E8BB1F3BB5}" destId="{2961ED8B-04DB-47CE-AF38-B0B9951FDB70}" srcOrd="4" destOrd="0" presId="urn:microsoft.com/office/officeart/2018/2/layout/IconLabelList"/>
    <dgm:cxn modelId="{25A8757B-DB1F-4678-903C-F404892E2B6D}" type="presParOf" srcId="{2961ED8B-04DB-47CE-AF38-B0B9951FDB70}" destId="{9EAF2E58-374A-4422-A036-5BBBF41EDD0D}" srcOrd="0" destOrd="0" presId="urn:microsoft.com/office/officeart/2018/2/layout/IconLabelList"/>
    <dgm:cxn modelId="{E43A8398-0CBB-4812-890B-5843817A20DD}" type="presParOf" srcId="{2961ED8B-04DB-47CE-AF38-B0B9951FDB70}" destId="{0810014B-1B66-4185-891C-044FF3D20FFA}" srcOrd="1" destOrd="0" presId="urn:microsoft.com/office/officeart/2018/2/layout/IconLabelList"/>
    <dgm:cxn modelId="{70ABE17E-8BE5-40A1-8C53-BD6A92A43949}" type="presParOf" srcId="{2961ED8B-04DB-47CE-AF38-B0B9951FDB70}" destId="{FC8427A0-9E0E-4D88-9DE7-A4E39ED821EC}" srcOrd="2" destOrd="0" presId="urn:microsoft.com/office/officeart/2018/2/layout/IconLabelList"/>
    <dgm:cxn modelId="{D43D17FA-39A6-4372-B50D-33838B456488}" type="presParOf" srcId="{C6A6091E-321B-4960-A520-48E8BB1F3BB5}" destId="{BF062C34-180C-4D63-BE46-6915FAB2E313}" srcOrd="5" destOrd="0" presId="urn:microsoft.com/office/officeart/2018/2/layout/IconLabelList"/>
    <dgm:cxn modelId="{D6835C79-F4AA-43C4-9339-1C0D44A29AAB}" type="presParOf" srcId="{C6A6091E-321B-4960-A520-48E8BB1F3BB5}" destId="{9293AF65-3E5D-43CE-ACD8-5AB10FF7397C}" srcOrd="6" destOrd="0" presId="urn:microsoft.com/office/officeart/2018/2/layout/IconLabelList"/>
    <dgm:cxn modelId="{6550E6BA-B47F-4F98-B738-6856A93FE2BD}" type="presParOf" srcId="{9293AF65-3E5D-43CE-ACD8-5AB10FF7397C}" destId="{40799509-5CCE-4B69-8579-4FA004253E86}" srcOrd="0" destOrd="0" presId="urn:microsoft.com/office/officeart/2018/2/layout/IconLabelList"/>
    <dgm:cxn modelId="{F17751DE-DF0E-4085-9149-78618561E74D}" type="presParOf" srcId="{9293AF65-3E5D-43CE-ACD8-5AB10FF7397C}" destId="{096BF718-F1DA-4D61-9384-15F3A845A826}" srcOrd="1" destOrd="0" presId="urn:microsoft.com/office/officeart/2018/2/layout/IconLabelList"/>
    <dgm:cxn modelId="{3514A8E1-E727-4247-BB73-8FB2F3E8CCC0}" type="presParOf" srcId="{9293AF65-3E5D-43CE-ACD8-5AB10FF7397C}" destId="{C6D2F932-06BA-40D4-86E6-8A4CBAD80A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DD318-9355-40EE-BE2E-E02AE60DEADE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1B910-73B1-45A3-B68B-C7200CB54B42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30D58-4154-49AE-9F26-AF554240EE19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Two datasets: Email (binary) and Student (multiclass)</a:t>
          </a:r>
        </a:p>
      </dsp:txBody>
      <dsp:txXfrm>
        <a:off x="1493203" y="552"/>
        <a:ext cx="6736396" cy="1292816"/>
      </dsp:txXfrm>
    </dsp:sp>
    <dsp:sp modelId="{C9A88C51-0411-4361-AD29-BA056AB9B6C4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92FCC-F288-4003-8EBA-DC779059FFB7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D3D26-F49A-4FE9-8CB5-425D548F606C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Compare model effectiveness across different data types</a:t>
          </a:r>
        </a:p>
      </dsp:txBody>
      <dsp:txXfrm>
        <a:off x="1493203" y="1616573"/>
        <a:ext cx="6736396" cy="1292816"/>
      </dsp:txXfrm>
    </dsp:sp>
    <dsp:sp modelId="{5784273A-1235-4483-B5C7-DC4798A90D55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C1F0C-EA83-41F6-87E3-C0A8DE5E4718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D0832-FCBC-4AB6-9342-C15BBDFC35D2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Emphasis on preprocessing, tuning, and evaluation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95137-82BF-0348-8B18-CED33F8D97EA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C958F-6C1B-B948-9428-5000571D3BDF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5,728 samples | 33,465 features (TF-IDF)</a:t>
          </a:r>
        </a:p>
      </dsp:txBody>
      <dsp:txXfrm>
        <a:off x="2367950" y="516132"/>
        <a:ext cx="1592793" cy="1592793"/>
      </dsp:txXfrm>
    </dsp:sp>
    <dsp:sp modelId="{FA2ADCFB-5264-174C-A1B5-81C3D6853FE2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Spam vs Non-Spam (binary classification)</a:t>
          </a:r>
        </a:p>
      </dsp:txBody>
      <dsp:txXfrm>
        <a:off x="4268855" y="516132"/>
        <a:ext cx="1592793" cy="1592793"/>
      </dsp:txXfrm>
    </dsp:sp>
    <dsp:sp modelId="{C665E0DF-6F77-3D42-B644-411CE084B076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Moderate class imbalance (23.9% spam)</a:t>
          </a:r>
        </a:p>
      </dsp:txBody>
      <dsp:txXfrm>
        <a:off x="2367950" y="2417036"/>
        <a:ext cx="1592793" cy="1592793"/>
      </dsp:txXfrm>
    </dsp:sp>
    <dsp:sp modelId="{B12AA95C-59FC-8641-A225-7E470377BAFD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80-20 stratified train-test split</a:t>
          </a:r>
        </a:p>
      </dsp:txBody>
      <dsp:txXfrm>
        <a:off x="4268855" y="2417036"/>
        <a:ext cx="1592793" cy="15927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D280C-0B36-407F-B79F-6512BF7A670C}">
      <dsp:nvSpPr>
        <dsp:cNvPr id="0" name=""/>
        <dsp:cNvSpPr/>
      </dsp:nvSpPr>
      <dsp:spPr>
        <a:xfrm>
          <a:off x="393299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9BF78-2B3C-4DEE-B3CC-11E2543E6AC8}">
      <dsp:nvSpPr>
        <dsp:cNvPr id="0" name=""/>
        <dsp:cNvSpPr/>
      </dsp:nvSpPr>
      <dsp:spPr>
        <a:xfrm>
          <a:off x="6272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60A2A-44AA-4BA8-8C01-6B6CE60B05A5}">
      <dsp:nvSpPr>
        <dsp:cNvPr id="0" name=""/>
        <dsp:cNvSpPr/>
      </dsp:nvSpPr>
      <dsp:spPr>
        <a:xfrm>
          <a:off x="42299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2,392 records | 15 features</a:t>
          </a:r>
        </a:p>
      </dsp:txBody>
      <dsp:txXfrm>
        <a:off x="42299" y="2622981"/>
        <a:ext cx="1800000" cy="720000"/>
      </dsp:txXfrm>
    </dsp:sp>
    <dsp:sp modelId="{37FDF94F-7E20-4187-8489-6A51123B1AE0}">
      <dsp:nvSpPr>
        <dsp:cNvPr id="0" name=""/>
        <dsp:cNvSpPr/>
      </dsp:nvSpPr>
      <dsp:spPr>
        <a:xfrm>
          <a:off x="250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E5325-3694-4432-A17B-4D659C4DA72A}">
      <dsp:nvSpPr>
        <dsp:cNvPr id="0" name=""/>
        <dsp:cNvSpPr/>
      </dsp:nvSpPr>
      <dsp:spPr>
        <a:xfrm>
          <a:off x="274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6D10E-C167-4B0F-9FD4-75443D86F989}">
      <dsp:nvSpPr>
        <dsp:cNvPr id="0" name=""/>
        <dsp:cNvSpPr/>
      </dsp:nvSpPr>
      <dsp:spPr>
        <a:xfrm>
          <a:off x="215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Grades 0 to 4 (multiclass classification)</a:t>
          </a:r>
        </a:p>
      </dsp:txBody>
      <dsp:txXfrm>
        <a:off x="2157300" y="2622981"/>
        <a:ext cx="1800000" cy="720000"/>
      </dsp:txXfrm>
    </dsp:sp>
    <dsp:sp modelId="{B8F5A2EC-C6A0-42CC-88CC-60A8297C3CC5}">
      <dsp:nvSpPr>
        <dsp:cNvPr id="0" name=""/>
        <dsp:cNvSpPr/>
      </dsp:nvSpPr>
      <dsp:spPr>
        <a:xfrm>
          <a:off x="4623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1F54D-0737-47AA-83CA-7731A6252A1E}">
      <dsp:nvSpPr>
        <dsp:cNvPr id="0" name=""/>
        <dsp:cNvSpPr/>
      </dsp:nvSpPr>
      <dsp:spPr>
        <a:xfrm>
          <a:off x="4857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0A2DC-BC97-41A5-9D07-9BAC9290D2D9}">
      <dsp:nvSpPr>
        <dsp:cNvPr id="0" name=""/>
        <dsp:cNvSpPr/>
      </dsp:nvSpPr>
      <dsp:spPr>
        <a:xfrm>
          <a:off x="4272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One-hot encoding &amp; StandardScaler</a:t>
          </a:r>
        </a:p>
      </dsp:txBody>
      <dsp:txXfrm>
        <a:off x="4272300" y="2622981"/>
        <a:ext cx="1800000" cy="720000"/>
      </dsp:txXfrm>
    </dsp:sp>
    <dsp:sp modelId="{E520BB23-5CB5-4B70-8ACA-6B3DABC9CF74}">
      <dsp:nvSpPr>
        <dsp:cNvPr id="0" name=""/>
        <dsp:cNvSpPr/>
      </dsp:nvSpPr>
      <dsp:spPr>
        <a:xfrm>
          <a:off x="673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80C7C9-3911-442D-BC71-A4836F9F0435}">
      <dsp:nvSpPr>
        <dsp:cNvPr id="0" name=""/>
        <dsp:cNvSpPr/>
      </dsp:nvSpPr>
      <dsp:spPr>
        <a:xfrm>
          <a:off x="697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376E6-07D5-4FB2-A71F-E0DB37F8A58F}">
      <dsp:nvSpPr>
        <dsp:cNvPr id="0" name=""/>
        <dsp:cNvSpPr/>
      </dsp:nvSpPr>
      <dsp:spPr>
        <a:xfrm>
          <a:off x="638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SMOTE used to address class imbalance</a:t>
          </a:r>
        </a:p>
      </dsp:txBody>
      <dsp:txXfrm>
        <a:off x="6387300" y="2622981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C3E4A-0E60-824C-BDF9-FEC043D55909}">
      <dsp:nvSpPr>
        <dsp:cNvPr id="0" name=""/>
        <dsp:cNvSpPr/>
      </dsp:nvSpPr>
      <dsp:spPr>
        <a:xfrm>
          <a:off x="0" y="1117862"/>
          <a:ext cx="2216205" cy="1407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11747-F69A-954C-BAAF-A9503A271F80}">
      <dsp:nvSpPr>
        <dsp:cNvPr id="0" name=""/>
        <dsp:cNvSpPr/>
      </dsp:nvSpPr>
      <dsp:spPr>
        <a:xfrm>
          <a:off x="246245" y="1351795"/>
          <a:ext cx="2216205" cy="14072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Email: SVM, Logistic Regression, Naive Bayes, Random Forest</a:t>
          </a:r>
        </a:p>
      </dsp:txBody>
      <dsp:txXfrm>
        <a:off x="287463" y="1393013"/>
        <a:ext cx="2133769" cy="1324854"/>
      </dsp:txXfrm>
    </dsp:sp>
    <dsp:sp modelId="{BB373968-2D75-844B-ACF2-50D35AED6721}">
      <dsp:nvSpPr>
        <dsp:cNvPr id="0" name=""/>
        <dsp:cNvSpPr/>
      </dsp:nvSpPr>
      <dsp:spPr>
        <a:xfrm>
          <a:off x="2708695" y="1117862"/>
          <a:ext cx="2216205" cy="1407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4C016-7D53-4446-9F25-C0B26A73AFC2}">
      <dsp:nvSpPr>
        <dsp:cNvPr id="0" name=""/>
        <dsp:cNvSpPr/>
      </dsp:nvSpPr>
      <dsp:spPr>
        <a:xfrm>
          <a:off x="2954940" y="1351795"/>
          <a:ext cx="2216205" cy="14072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Student: Decision Tree, Random Forest, Logistic Regression, KNN</a:t>
          </a:r>
        </a:p>
      </dsp:txBody>
      <dsp:txXfrm>
        <a:off x="2996158" y="1393013"/>
        <a:ext cx="2133769" cy="1324854"/>
      </dsp:txXfrm>
    </dsp:sp>
    <dsp:sp modelId="{2FD4B90C-2842-7F4F-9B7C-CCFB61A1FFC6}">
      <dsp:nvSpPr>
        <dsp:cNvPr id="0" name=""/>
        <dsp:cNvSpPr/>
      </dsp:nvSpPr>
      <dsp:spPr>
        <a:xfrm>
          <a:off x="5417391" y="1117862"/>
          <a:ext cx="2216205" cy="1407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8FF8A-43E8-AF49-961B-0B463F903FD2}">
      <dsp:nvSpPr>
        <dsp:cNvPr id="0" name=""/>
        <dsp:cNvSpPr/>
      </dsp:nvSpPr>
      <dsp:spPr>
        <a:xfrm>
          <a:off x="5663636" y="1351795"/>
          <a:ext cx="2216205" cy="14072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Evaluation: F1-score, Confusion Matrix, ROC Curve, Learning Curve</a:t>
          </a:r>
        </a:p>
      </dsp:txBody>
      <dsp:txXfrm>
        <a:off x="5704854" y="1393013"/>
        <a:ext cx="2133769" cy="1324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B8263-B65A-9B42-A3C5-2A6C79495B87}">
      <dsp:nvSpPr>
        <dsp:cNvPr id="0" name=""/>
        <dsp:cNvSpPr/>
      </dsp:nvSpPr>
      <dsp:spPr>
        <a:xfrm>
          <a:off x="465025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Confusion Matrices (SVM, Decision Tree)</a:t>
          </a:r>
        </a:p>
      </dsp:txBody>
      <dsp:txXfrm>
        <a:off x="4650258" y="33995"/>
        <a:ext cx="1119113" cy="1119113"/>
      </dsp:txXfrm>
    </dsp:sp>
    <dsp:sp modelId="{3C393A7E-C91D-DF40-99BF-90411966F9DB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21294043"/>
            <a:gd name="adj4" fmla="val 19765537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60276-6DC6-E642-BD20-CEC15543AE44}">
      <dsp:nvSpPr>
        <dsp:cNvPr id="0" name=""/>
        <dsp:cNvSpPr/>
      </dsp:nvSpPr>
      <dsp:spPr>
        <a:xfrm>
          <a:off x="5327014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ROC Curve (SVM, AUC = 1.00)</a:t>
          </a:r>
        </a:p>
      </dsp:txBody>
      <dsp:txXfrm>
        <a:off x="5327014" y="2116836"/>
        <a:ext cx="1119113" cy="1119113"/>
      </dsp:txXfrm>
    </dsp:sp>
    <dsp:sp modelId="{CD4EB2B6-62D4-FC44-8781-B54EF15FF907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2252670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52BBC-7DC7-EA43-B53F-EAFC3F9AAFF4}">
      <dsp:nvSpPr>
        <dsp:cNvPr id="0" name=""/>
        <dsp:cNvSpPr/>
      </dsp:nvSpPr>
      <dsp:spPr>
        <a:xfrm>
          <a:off x="3555243" y="340410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F1-Score Comparison Charts</a:t>
          </a:r>
        </a:p>
      </dsp:txBody>
      <dsp:txXfrm>
        <a:off x="3555243" y="3404103"/>
        <a:ext cx="1119113" cy="1119113"/>
      </dsp:txXfrm>
    </dsp:sp>
    <dsp:sp modelId="{E845BE84-356E-204E-9E36-4A3B6806A56E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8211614"/>
            <a:gd name="adj4" fmla="val 6448755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F04EE-8614-8648-A6A0-DC5810CFBA73}">
      <dsp:nvSpPr>
        <dsp:cNvPr id="0" name=""/>
        <dsp:cNvSpPr/>
      </dsp:nvSpPr>
      <dsp:spPr>
        <a:xfrm>
          <a:off x="1783472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Training Time Comparison</a:t>
          </a:r>
        </a:p>
      </dsp:txBody>
      <dsp:txXfrm>
        <a:off x="1783472" y="2116836"/>
        <a:ext cx="1119113" cy="1119113"/>
      </dsp:txXfrm>
    </dsp:sp>
    <dsp:sp modelId="{1F2557BE-3439-5741-85A2-A2766DCCFBB2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12298747"/>
            <a:gd name="adj4" fmla="val 10770240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B29F5-8CD2-6E4F-86AC-75EF7D9A397B}">
      <dsp:nvSpPr>
        <dsp:cNvPr id="0" name=""/>
        <dsp:cNvSpPr/>
      </dsp:nvSpPr>
      <dsp:spPr>
        <a:xfrm>
          <a:off x="246022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Learning Curves for overfitting analysis</a:t>
          </a:r>
        </a:p>
      </dsp:txBody>
      <dsp:txXfrm>
        <a:off x="2460228" y="33995"/>
        <a:ext cx="1119113" cy="1119113"/>
      </dsp:txXfrm>
    </dsp:sp>
    <dsp:sp modelId="{818B225C-6E4D-3041-99ED-16BD6D5E27E1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16866515"/>
            <a:gd name="adj4" fmla="val 15197769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16EE2-8A6A-4B5B-9ACE-3E14E9E20533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AEFAF-BDE0-448F-B0AE-AD6B4E4B22A6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Model performance is data-dependent</a:t>
          </a:r>
        </a:p>
      </dsp:txBody>
      <dsp:txXfrm>
        <a:off x="42299" y="2443760"/>
        <a:ext cx="1800000" cy="720000"/>
      </dsp:txXfrm>
    </dsp:sp>
    <dsp:sp modelId="{3716FF0D-0374-4FC0-BB26-EA07F65180A3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CB149-DFD0-40F0-A1E9-58EC121844BE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Preprocessing has a major impact</a:t>
          </a:r>
        </a:p>
      </dsp:txBody>
      <dsp:txXfrm>
        <a:off x="2157300" y="2443760"/>
        <a:ext cx="1800000" cy="720000"/>
      </dsp:txXfrm>
    </dsp:sp>
    <dsp:sp modelId="{9EAF2E58-374A-4422-A036-5BBBF41EDD0D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427A0-9E0E-4D88-9DE7-A4E39ED821EC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SVM best for text; RF best for structured data</a:t>
          </a:r>
        </a:p>
      </dsp:txBody>
      <dsp:txXfrm>
        <a:off x="4272300" y="2443760"/>
        <a:ext cx="1800000" cy="720000"/>
      </dsp:txXfrm>
    </dsp:sp>
    <dsp:sp modelId="{40799509-5CCE-4B69-8579-4FA004253E86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F932-06BA-40D4-86E6-8A4CBAD80A2F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Hyperparameter tuning improves generalization</a:t>
          </a:r>
        </a:p>
      </dsp:txBody>
      <dsp:txXfrm>
        <a:off x="6387300" y="244376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5256887" y="1336362"/>
            <a:ext cx="5330585" cy="391404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9124485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66" y="-2"/>
            <a:ext cx="9134528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6352" y="1201002"/>
            <a:ext cx="5406148" cy="2779619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Machine Learning Phase 3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6352" y="4940490"/>
            <a:ext cx="5406148" cy="126511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Spam Detection and Student Performance Prediction</a:t>
            </a:r>
          </a:p>
          <a:p>
            <a:pPr algn="l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Hely Shah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345" y="0"/>
            <a:ext cx="241077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29FC26-1D00-86BA-2889-E8D08BD85B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824103-E0AB-52CA-4C46-F2C5CAE453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Dataset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B42B8AD-1D50-A340-7FFB-7D928B5636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US" sz="4200"/>
              <a:t>Models Trained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B30074-E04A-A11F-A262-0FD6D118F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791725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5902D4-DB9E-5701-601D-C8409BD2099A}"/>
              </a:ext>
            </a:extLst>
          </p:cNvPr>
          <p:cNvSpPr txBox="1"/>
          <p:nvPr/>
        </p:nvSpPr>
        <p:spPr>
          <a:xfrm>
            <a:off x="740229" y="337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F5D71-AA7E-29F0-93E2-B3E188798504}"/>
              </a:ext>
            </a:extLst>
          </p:cNvPr>
          <p:cNvSpPr txBox="1"/>
          <p:nvPr/>
        </p:nvSpPr>
        <p:spPr>
          <a:xfrm>
            <a:off x="1019503" y="3888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7266222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Hyperparameter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9"/>
            <a:ext cx="7266222" cy="3454358"/>
          </a:xfrm>
        </p:spPr>
        <p:txBody>
          <a:bodyPr anchor="t">
            <a:normAutofit/>
          </a:bodyPr>
          <a:lstStyle/>
          <a:p>
            <a:r>
              <a:rPr lang="en-US" sz="1700"/>
              <a:t>GridSearchCV used for tuning</a:t>
            </a:r>
          </a:p>
          <a:p>
            <a:r>
              <a:rPr lang="en-US" sz="1700"/>
              <a:t>SVM: C = 1.0, linear kernel</a:t>
            </a:r>
          </a:p>
          <a:p>
            <a:r>
              <a:rPr lang="en-US" sz="1700"/>
              <a:t>Decision Tree: max_depth = 10, min_samples_split = 5</a:t>
            </a:r>
          </a:p>
          <a:p>
            <a:r>
              <a:rPr lang="en-US" sz="1700"/>
              <a:t>Random Forest: n_estimators = 100, max_features = 'log2'</a:t>
            </a:r>
          </a:p>
          <a:p>
            <a:r>
              <a:rPr lang="en-US" sz="1700"/>
              <a:t>KNN: n_neighbors = 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Results - Email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SVM: Best F1 and AUC (1.00)</a:t>
            </a:r>
          </a:p>
          <a:p>
            <a:r>
              <a:rPr lang="en-US" sz="1700"/>
              <a:t>Logistic Regression: Good compromise of speed and accuracy</a:t>
            </a:r>
          </a:p>
          <a:p>
            <a:r>
              <a:rPr lang="en-US" sz="1700"/>
              <a:t>Naive Bayes: Fastest but less accurate</a:t>
            </a:r>
          </a:p>
          <a:p>
            <a:r>
              <a:rPr lang="en-US" sz="1700"/>
              <a:t>Random Forest: Underperformed on sparse TF-IDF 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7266222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Results - Student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9"/>
            <a:ext cx="7266222" cy="3454358"/>
          </a:xfrm>
        </p:spPr>
        <p:txBody>
          <a:bodyPr anchor="t">
            <a:normAutofit/>
          </a:bodyPr>
          <a:lstStyle/>
          <a:p>
            <a:r>
              <a:rPr lang="en-US" sz="1700"/>
              <a:t>Random Forest: Best overall macro F1-score</a:t>
            </a:r>
          </a:p>
          <a:p>
            <a:r>
              <a:rPr lang="en-US" sz="1700"/>
              <a:t>Decision Tree: High interpretability and solid results</a:t>
            </a:r>
          </a:p>
          <a:p>
            <a:r>
              <a:rPr lang="en-US" sz="1700"/>
              <a:t>Logistic Regression: Limited by non-linear boundaries</a:t>
            </a:r>
          </a:p>
          <a:p>
            <a:r>
              <a:rPr lang="en-US" sz="1700"/>
              <a:t>KNN: Sensitive to scaling and class overlap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Summary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6CD20DA-BD48-188D-92B0-0D0ED00036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FBC6B-05ED-EFF6-1345-46ECBD5B1D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Use BERT embeddings for email data</a:t>
            </a:r>
          </a:p>
          <a:p>
            <a:r>
              <a:rPr lang="en-US" sz="1700"/>
              <a:t>Try XGBoost/LightGBM for student dataset</a:t>
            </a:r>
          </a:p>
          <a:p>
            <a:r>
              <a:rPr lang="en-US" sz="1700"/>
              <a:t>Apply SHAP/LIME for explainability</a:t>
            </a:r>
          </a:p>
          <a:p>
            <a:r>
              <a:rPr lang="en-US" sz="1700"/>
              <a:t>Deploy models via dashboards or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</a:t>
            </a: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</a:t>
            </a:r>
            <a:endParaRPr lang="en-US" sz="35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41A90FAC-2B58-1595-19B9-600263634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344</Words>
  <Application>Microsoft Macintosh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Machine Learning Phase 3 Project Presentation</vt:lpstr>
      <vt:lpstr>Project Overview</vt:lpstr>
      <vt:lpstr>Email Dataset</vt:lpstr>
      <vt:lpstr>Student Dataset</vt:lpstr>
      <vt:lpstr>Models Trained</vt:lpstr>
      <vt:lpstr>Hyperparameter Optimization</vt:lpstr>
      <vt:lpstr>Results - Email Dataset</vt:lpstr>
      <vt:lpstr>Results - Student Dataset</vt:lpstr>
      <vt:lpstr>Visual Summary</vt:lpstr>
      <vt:lpstr>Conclusion &amp; Insights</vt:lpstr>
      <vt:lpstr>Future Work</vt:lpstr>
      <vt:lpstr>Thank You 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Hely Hirenkumar Shah</cp:lastModifiedBy>
  <cp:revision>3</cp:revision>
  <dcterms:created xsi:type="dcterms:W3CDTF">2013-01-27T09:14:16Z</dcterms:created>
  <dcterms:modified xsi:type="dcterms:W3CDTF">2025-05-15T00:55:40Z</dcterms:modified>
  <cp:category/>
</cp:coreProperties>
</file>